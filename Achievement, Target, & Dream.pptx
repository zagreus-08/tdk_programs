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415" r:id="rId5"/>
    <p:sldId id="470" r:id="rId6"/>
    <p:sldId id="472" r:id="rId7"/>
    <p:sldId id="473" r:id="rId8"/>
    <p:sldId id="475" r:id="rId9"/>
    <p:sldId id="474" r:id="rId10"/>
    <p:sldId id="471" r:id="rId11"/>
    <p:sldId id="45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1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DE71"/>
    <a:srgbClr val="39CC48"/>
    <a:srgbClr val="26E871"/>
    <a:srgbClr val="34AB1F"/>
    <a:srgbClr val="2DC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中間スタイル 1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62" autoAdjust="0"/>
    <p:restoredTop sz="94162" autoAdjust="0"/>
  </p:normalViewPr>
  <p:slideViewPr>
    <p:cSldViewPr snapToGrid="0" showGuides="1">
      <p:cViewPr varScale="1">
        <p:scale>
          <a:sx n="71" d="100"/>
          <a:sy n="71" d="100"/>
        </p:scale>
        <p:origin x="774" y="66"/>
      </p:cViewPr>
      <p:guideLst>
        <p:guide orient="horz" pos="3317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-162"/>
    </p:cViewPr>
  </p:sorterViewPr>
  <p:notesViewPr>
    <p:cSldViewPr snapToGrid="0" showGuides="1">
      <p:cViewPr varScale="1">
        <p:scale>
          <a:sx n="116" d="100"/>
          <a:sy n="116" d="100"/>
        </p:scale>
        <p:origin x="3940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35F46FB-E51B-DC9B-E6FB-DFB3708C21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43DF28-6017-98A8-3C29-D29FEA9E0D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14FD17-B27E-45F5-83E5-6BB059B3DE89}" type="datetimeFigureOut">
              <a:rPr lang="en-US" sz="800" smtClean="0"/>
              <a:t>4/27/2026</a:t>
            </a:fld>
            <a:endParaRPr lang="en-US" sz="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3D8A7-6017-9992-4D9A-AA1EF10D6A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8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766266-0C13-2EC9-B1B3-CEA737098E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4426E0-FF65-4279-8361-859B07F4216C}" type="slidenum">
              <a:rPr lang="en-US" sz="800" smtClean="0"/>
              <a:t>‹#›</a:t>
            </a:fld>
            <a:endParaRPr lang="en-US" sz="8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5CD52-BB75-17C4-93C6-0CAF00DC1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" r="5"/>
          <a:stretch/>
        </p:blipFill>
        <p:spPr>
          <a:xfrm>
            <a:off x="2609050" y="8578439"/>
            <a:ext cx="1639900" cy="21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0446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8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800"/>
            </a:lvl1pPr>
          </a:lstStyle>
          <a:p>
            <a:fld id="{E192053C-4872-41CE-A1E7-62A4E796B437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754197" y="781620"/>
            <a:ext cx="3349606" cy="188415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2869135"/>
            <a:ext cx="5486400" cy="549324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/>
            </a:lvl1pPr>
          </a:lstStyle>
          <a:p>
            <a:fld id="{EACC7005-4EA0-4F76-9038-639717FB07F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C4350-F151-1A85-F8DF-C898154BE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" r="5"/>
          <a:stretch/>
        </p:blipFill>
        <p:spPr>
          <a:xfrm>
            <a:off x="2609050" y="8578439"/>
            <a:ext cx="1639900" cy="21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7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svg"/><Relationship Id="rId4" Type="http://schemas.openxmlformats.org/officeDocument/2006/relationships/image" Target="../media/image7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1 A_Title 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D9A61886-0EC9-B1F6-E1D3-4F8AB635DE73}"/>
              </a:ext>
            </a:extLst>
          </p:cNvPr>
          <p:cNvSpPr/>
          <p:nvPr userDrawn="1"/>
        </p:nvSpPr>
        <p:spPr>
          <a:xfrm>
            <a:off x="0" y="0"/>
            <a:ext cx="5582194" cy="6858000"/>
          </a:xfrm>
          <a:prstGeom prst="rect">
            <a:avLst/>
          </a:prstGeom>
          <a:gradFill>
            <a:gsLst>
              <a:gs pos="49000">
                <a:srgbClr val="106FFF"/>
              </a:gs>
              <a:gs pos="17000">
                <a:schemeClr val="accent2"/>
              </a:gs>
              <a:gs pos="0">
                <a:srgbClr val="0046AD"/>
              </a:gs>
              <a:gs pos="90000">
                <a:srgbClr val="2DC1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8" name="図 7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82155BD-291E-CD3F-7EAA-E682F03104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426" y="2603292"/>
            <a:ext cx="4090209" cy="620425"/>
          </a:xfrm>
          <a:prstGeom prst="rect">
            <a:avLst/>
          </a:prstGeom>
        </p:spPr>
      </p:pic>
      <p:sp>
        <p:nvSpPr>
          <p:cNvPr id="2" name="図プレースホルダー 29">
            <a:extLst>
              <a:ext uri="{FF2B5EF4-FFF2-40B4-BE49-F238E27FC236}">
                <a16:creationId xmlns:a16="http://schemas.microsoft.com/office/drawing/2014/main" id="{014D1F71-D9A2-35AD-B634-AE545E4008B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125867" y="1"/>
            <a:ext cx="11114901" cy="6857999"/>
          </a:xfrm>
          <a:custGeom>
            <a:avLst/>
            <a:gdLst>
              <a:gd name="connsiteX0" fmla="*/ 0 w 7063669"/>
              <a:gd name="connsiteY0" fmla="*/ 3434256 h 6868512"/>
              <a:gd name="connsiteX1" fmla="*/ 0 w 7063669"/>
              <a:gd name="connsiteY1" fmla="*/ 2 h 6868512"/>
              <a:gd name="connsiteX2" fmla="*/ 7063669 w 7063669"/>
              <a:gd name="connsiteY2" fmla="*/ 2 h 6868512"/>
              <a:gd name="connsiteX3" fmla="*/ 7063669 w 7063669"/>
              <a:gd name="connsiteY3" fmla="*/ 3434256 h 6868512"/>
              <a:gd name="connsiteX4" fmla="*/ 7063669 w 7063669"/>
              <a:gd name="connsiteY4" fmla="*/ 6868510 h 6868512"/>
              <a:gd name="connsiteX5" fmla="*/ 0 w 7063669"/>
              <a:gd name="connsiteY5" fmla="*/ 6868510 h 6868512"/>
              <a:gd name="connsiteX6" fmla="*/ 0 w 7063669"/>
              <a:gd name="connsiteY6" fmla="*/ 3434256 h 6868512"/>
              <a:gd name="connsiteX0" fmla="*/ 2837793 w 9901462"/>
              <a:gd name="connsiteY0" fmla="*/ 3434254 h 6868508"/>
              <a:gd name="connsiteX1" fmla="*/ 0 w 9901462"/>
              <a:gd name="connsiteY1" fmla="*/ 21021 h 6868508"/>
              <a:gd name="connsiteX2" fmla="*/ 9901462 w 9901462"/>
              <a:gd name="connsiteY2" fmla="*/ 0 h 6868508"/>
              <a:gd name="connsiteX3" fmla="*/ 9901462 w 9901462"/>
              <a:gd name="connsiteY3" fmla="*/ 3434254 h 6868508"/>
              <a:gd name="connsiteX4" fmla="*/ 9901462 w 9901462"/>
              <a:gd name="connsiteY4" fmla="*/ 6868508 h 6868508"/>
              <a:gd name="connsiteX5" fmla="*/ 2837793 w 9901462"/>
              <a:gd name="connsiteY5" fmla="*/ 6868508 h 6868508"/>
              <a:gd name="connsiteX6" fmla="*/ 2837793 w 9901462"/>
              <a:gd name="connsiteY6" fmla="*/ 3434254 h 6868508"/>
              <a:gd name="connsiteX0" fmla="*/ 2827282 w 9890951"/>
              <a:gd name="connsiteY0" fmla="*/ 3434254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2827282 w 9890951"/>
              <a:gd name="connsiteY6" fmla="*/ 3434254 h 6868508"/>
              <a:gd name="connsiteX0" fmla="*/ 3142592 w 9890951"/>
              <a:gd name="connsiteY0" fmla="*/ 2898226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3142592 w 9890951"/>
              <a:gd name="connsiteY6" fmla="*/ 2898226 h 6868508"/>
              <a:gd name="connsiteX0" fmla="*/ 2911364 w 9890951"/>
              <a:gd name="connsiteY0" fmla="*/ 2824654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2911364 w 9890951"/>
              <a:gd name="connsiteY6" fmla="*/ 2824654 h 6868508"/>
              <a:gd name="connsiteX0" fmla="*/ 4056992 w 11036579"/>
              <a:gd name="connsiteY0" fmla="*/ 2824654 h 6868508"/>
              <a:gd name="connsiteX1" fmla="*/ 1145628 w 11036579"/>
              <a:gd name="connsiteY1" fmla="*/ 10510 h 6868508"/>
              <a:gd name="connsiteX2" fmla="*/ 11036579 w 11036579"/>
              <a:gd name="connsiteY2" fmla="*/ 0 h 6868508"/>
              <a:gd name="connsiteX3" fmla="*/ 11036579 w 11036579"/>
              <a:gd name="connsiteY3" fmla="*/ 3434254 h 6868508"/>
              <a:gd name="connsiteX4" fmla="*/ 11036579 w 11036579"/>
              <a:gd name="connsiteY4" fmla="*/ 6868508 h 6868508"/>
              <a:gd name="connsiteX5" fmla="*/ 0 w 11036579"/>
              <a:gd name="connsiteY5" fmla="*/ 6815956 h 6868508"/>
              <a:gd name="connsiteX6" fmla="*/ 4056992 w 11036579"/>
              <a:gd name="connsiteY6" fmla="*/ 2824654 h 6868508"/>
              <a:gd name="connsiteX0" fmla="*/ 4078012 w 11057599"/>
              <a:gd name="connsiteY0" fmla="*/ 2824654 h 6868508"/>
              <a:gd name="connsiteX1" fmla="*/ 1166648 w 11057599"/>
              <a:gd name="connsiteY1" fmla="*/ 10510 h 6868508"/>
              <a:gd name="connsiteX2" fmla="*/ 11057599 w 11057599"/>
              <a:gd name="connsiteY2" fmla="*/ 0 h 6868508"/>
              <a:gd name="connsiteX3" fmla="*/ 11057599 w 11057599"/>
              <a:gd name="connsiteY3" fmla="*/ 3434254 h 6868508"/>
              <a:gd name="connsiteX4" fmla="*/ 11057599 w 11057599"/>
              <a:gd name="connsiteY4" fmla="*/ 6868508 h 6868508"/>
              <a:gd name="connsiteX5" fmla="*/ 0 w 11057599"/>
              <a:gd name="connsiteY5" fmla="*/ 6868508 h 6868508"/>
              <a:gd name="connsiteX6" fmla="*/ 4078012 w 11057599"/>
              <a:gd name="connsiteY6" fmla="*/ 2824654 h 6868508"/>
              <a:gd name="connsiteX0" fmla="*/ 4078012 w 11068109"/>
              <a:gd name="connsiteY0" fmla="*/ 2814144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57599 w 11068109"/>
              <a:gd name="connsiteY4" fmla="*/ 6857998 h 6857998"/>
              <a:gd name="connsiteX5" fmla="*/ 0 w 11068109"/>
              <a:gd name="connsiteY5" fmla="*/ 6857998 h 6857998"/>
              <a:gd name="connsiteX6" fmla="*/ 4078012 w 11068109"/>
              <a:gd name="connsiteY6" fmla="*/ 2814144 h 6857998"/>
              <a:gd name="connsiteX0" fmla="*/ 4078012 w 11068109"/>
              <a:gd name="connsiteY0" fmla="*/ 2814144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47089 w 11068109"/>
              <a:gd name="connsiteY4" fmla="*/ 6857998 h 6857998"/>
              <a:gd name="connsiteX5" fmla="*/ 0 w 11068109"/>
              <a:gd name="connsiteY5" fmla="*/ 6857998 h 6857998"/>
              <a:gd name="connsiteX6" fmla="*/ 4078012 w 11068109"/>
              <a:gd name="connsiteY6" fmla="*/ 2814144 h 6857998"/>
              <a:gd name="connsiteX0" fmla="*/ 4041155 w 11068109"/>
              <a:gd name="connsiteY0" fmla="*/ 2820281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47089 w 11068109"/>
              <a:gd name="connsiteY4" fmla="*/ 6857998 h 6857998"/>
              <a:gd name="connsiteX5" fmla="*/ 0 w 11068109"/>
              <a:gd name="connsiteY5" fmla="*/ 6857998 h 6857998"/>
              <a:gd name="connsiteX6" fmla="*/ 4041155 w 11068109"/>
              <a:gd name="connsiteY6" fmla="*/ 2820281 h 6857998"/>
              <a:gd name="connsiteX0" fmla="*/ 4090298 w 11117252"/>
              <a:gd name="connsiteY0" fmla="*/ 2820281 h 6857998"/>
              <a:gd name="connsiteX1" fmla="*/ 1215791 w 11117252"/>
              <a:gd name="connsiteY1" fmla="*/ 0 h 6857998"/>
              <a:gd name="connsiteX2" fmla="*/ 11117252 w 11117252"/>
              <a:gd name="connsiteY2" fmla="*/ 0 h 6857998"/>
              <a:gd name="connsiteX3" fmla="*/ 11106742 w 11117252"/>
              <a:gd name="connsiteY3" fmla="*/ 3423744 h 6857998"/>
              <a:gd name="connsiteX4" fmla="*/ 11096232 w 11117252"/>
              <a:gd name="connsiteY4" fmla="*/ 6857998 h 6857998"/>
              <a:gd name="connsiteX5" fmla="*/ 0 w 11117252"/>
              <a:gd name="connsiteY5" fmla="*/ 6857998 h 6857998"/>
              <a:gd name="connsiteX6" fmla="*/ 4090298 w 11117252"/>
              <a:gd name="connsiteY6" fmla="*/ 2820281 h 6857998"/>
              <a:gd name="connsiteX0" fmla="*/ 4090298 w 11117252"/>
              <a:gd name="connsiteY0" fmla="*/ 2820281 h 6857998"/>
              <a:gd name="connsiteX1" fmla="*/ 1215791 w 11117252"/>
              <a:gd name="connsiteY1" fmla="*/ 0 h 6857998"/>
              <a:gd name="connsiteX2" fmla="*/ 11117252 w 11117252"/>
              <a:gd name="connsiteY2" fmla="*/ 0 h 6857998"/>
              <a:gd name="connsiteX3" fmla="*/ 11106742 w 11117252"/>
              <a:gd name="connsiteY3" fmla="*/ 3423744 h 6857998"/>
              <a:gd name="connsiteX4" fmla="*/ 10778296 w 11117252"/>
              <a:gd name="connsiteY4" fmla="*/ 6838748 h 6857998"/>
              <a:gd name="connsiteX5" fmla="*/ 0 w 11117252"/>
              <a:gd name="connsiteY5" fmla="*/ 6857998 h 6857998"/>
              <a:gd name="connsiteX6" fmla="*/ 4090298 w 11117252"/>
              <a:gd name="connsiteY6" fmla="*/ 2820281 h 6857998"/>
              <a:gd name="connsiteX0" fmla="*/ 4090298 w 11125466"/>
              <a:gd name="connsiteY0" fmla="*/ 2820281 h 6857999"/>
              <a:gd name="connsiteX1" fmla="*/ 1215791 w 11125466"/>
              <a:gd name="connsiteY1" fmla="*/ 0 h 6857999"/>
              <a:gd name="connsiteX2" fmla="*/ 11117252 w 11125466"/>
              <a:gd name="connsiteY2" fmla="*/ 0 h 6857999"/>
              <a:gd name="connsiteX3" fmla="*/ 11106742 w 11125466"/>
              <a:gd name="connsiteY3" fmla="*/ 3423744 h 6857999"/>
              <a:gd name="connsiteX4" fmla="*/ 11125134 w 11125466"/>
              <a:gd name="connsiteY4" fmla="*/ 6857999 h 6857999"/>
              <a:gd name="connsiteX5" fmla="*/ 0 w 11125466"/>
              <a:gd name="connsiteY5" fmla="*/ 6857998 h 6857999"/>
              <a:gd name="connsiteX6" fmla="*/ 4090298 w 11125466"/>
              <a:gd name="connsiteY6" fmla="*/ 282028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125466" h="6857999">
                <a:moveTo>
                  <a:pt x="4090298" y="2820281"/>
                </a:moveTo>
                <a:lnTo>
                  <a:pt x="1215791" y="0"/>
                </a:lnTo>
                <a:lnTo>
                  <a:pt x="11117252" y="0"/>
                </a:lnTo>
                <a:cubicBezTo>
                  <a:pt x="11113749" y="1141248"/>
                  <a:pt x="11110245" y="2282496"/>
                  <a:pt x="11106742" y="3423744"/>
                </a:cubicBezTo>
                <a:cubicBezTo>
                  <a:pt x="11103239" y="4568495"/>
                  <a:pt x="11128637" y="5713248"/>
                  <a:pt x="11125134" y="6857999"/>
                </a:cubicBezTo>
                <a:lnTo>
                  <a:pt x="0" y="6857998"/>
                </a:lnTo>
                <a:lnTo>
                  <a:pt x="4090298" y="2820281"/>
                </a:lnTo>
                <a:close/>
              </a:path>
            </a:pathLst>
          </a:custGeo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kumimoji="1" lang="en-US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B17812-713A-F5A8-595B-51B293F2E7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86761" y="2378763"/>
            <a:ext cx="4986646" cy="870850"/>
          </a:xfrm>
        </p:spPr>
        <p:txBody>
          <a:bodyPr anchor="ctr" anchorCtr="0"/>
          <a:lstStyle>
            <a:lvl1pPr algn="l">
              <a:defRPr sz="42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Footer Placeholder 13">
            <a:extLst>
              <a:ext uri="{FF2B5EF4-FFF2-40B4-BE49-F238E27FC236}">
                <a16:creationId xmlns:a16="http://schemas.microsoft.com/office/drawing/2014/main" id="{B52EE07E-1F15-DCA1-1220-C38434E0ECF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1906" y="6544221"/>
            <a:ext cx="6285185" cy="1616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DE3E7F50-382B-6307-3083-3A59268F716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675329" y="1887303"/>
            <a:ext cx="1013677" cy="1865255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9" name="テキスト プレースホルダー 9">
            <a:extLst>
              <a:ext uri="{FF2B5EF4-FFF2-40B4-BE49-F238E27FC236}">
                <a16:creationId xmlns:a16="http://schemas.microsoft.com/office/drawing/2014/main" id="{7F279441-528A-87AD-B98F-CD695BD6C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582194" y="4165671"/>
            <a:ext cx="4991211" cy="379916"/>
          </a:xfrm>
        </p:spPr>
        <p:txBody>
          <a:bodyPr anchor="t"/>
          <a:lstStyle>
            <a:lvl1pPr marL="0" indent="0" algn="l">
              <a:buFontTx/>
              <a:buNone/>
              <a:defRPr sz="20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endParaRPr kumimoji="1" 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A6C97D0-435E-C508-8CA9-298357CB7D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271" y="5731914"/>
            <a:ext cx="3503342" cy="379916"/>
          </a:xfrm>
        </p:spPr>
        <p:txBody>
          <a:bodyPr anchor="b"/>
          <a:lstStyle>
            <a:lvl1pPr marL="0" indent="0" algn="r">
              <a:buFontTx/>
              <a:buNone/>
              <a:defRPr sz="16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Company</a:t>
            </a:r>
          </a:p>
        </p:txBody>
      </p:sp>
      <p:sp>
        <p:nvSpPr>
          <p:cNvPr id="3" name="テキスト プレースホルダー 9">
            <a:extLst>
              <a:ext uri="{FF2B5EF4-FFF2-40B4-BE49-F238E27FC236}">
                <a16:creationId xmlns:a16="http://schemas.microsoft.com/office/drawing/2014/main" id="{FFC8C651-9EC4-E0BA-72DC-DA32A7E6DE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0271" y="6130307"/>
            <a:ext cx="3506820" cy="379916"/>
          </a:xfrm>
        </p:spPr>
        <p:txBody>
          <a:bodyPr anchor="ctr" anchorCtr="0"/>
          <a:lstStyle>
            <a:lvl1pPr marL="0" indent="0" algn="r">
              <a:buFontTx/>
              <a:buNone/>
              <a:defRPr sz="14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85098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2 A_Title _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ACDD1BCB-8360-6F78-0D00-7184EE82B956}"/>
              </a:ext>
            </a:extLst>
          </p:cNvPr>
          <p:cNvSpPr/>
          <p:nvPr userDrawn="1"/>
        </p:nvSpPr>
        <p:spPr>
          <a:xfrm>
            <a:off x="1" y="0"/>
            <a:ext cx="5586760" cy="6858000"/>
          </a:xfrm>
          <a:prstGeom prst="rect">
            <a:avLst/>
          </a:prstGeom>
          <a:gradFill>
            <a:gsLst>
              <a:gs pos="19000">
                <a:schemeClr val="accent2"/>
              </a:gs>
              <a:gs pos="0">
                <a:srgbClr val="0046AD"/>
              </a:gs>
              <a:gs pos="70000">
                <a:srgbClr val="9F1FF7"/>
              </a:gs>
              <a:gs pos="85000">
                <a:srgbClr val="C919F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6" name="図 65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9FD1226-6542-FF56-71F5-96A6D57AE4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426" y="2603292"/>
            <a:ext cx="4090209" cy="620425"/>
          </a:xfrm>
          <a:prstGeom prst="rect">
            <a:avLst/>
          </a:prstGeom>
        </p:spPr>
      </p:pic>
      <p:sp>
        <p:nvSpPr>
          <p:cNvPr id="2" name="図プレースホルダー 29">
            <a:extLst>
              <a:ext uri="{FF2B5EF4-FFF2-40B4-BE49-F238E27FC236}">
                <a16:creationId xmlns:a16="http://schemas.microsoft.com/office/drawing/2014/main" id="{0215E4A0-1EF5-2A27-2FFD-AF6B559DB63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125867" y="1"/>
            <a:ext cx="11114901" cy="6857999"/>
          </a:xfrm>
          <a:custGeom>
            <a:avLst/>
            <a:gdLst>
              <a:gd name="connsiteX0" fmla="*/ 0 w 7063669"/>
              <a:gd name="connsiteY0" fmla="*/ 3434256 h 6868512"/>
              <a:gd name="connsiteX1" fmla="*/ 0 w 7063669"/>
              <a:gd name="connsiteY1" fmla="*/ 2 h 6868512"/>
              <a:gd name="connsiteX2" fmla="*/ 7063669 w 7063669"/>
              <a:gd name="connsiteY2" fmla="*/ 2 h 6868512"/>
              <a:gd name="connsiteX3" fmla="*/ 7063669 w 7063669"/>
              <a:gd name="connsiteY3" fmla="*/ 3434256 h 6868512"/>
              <a:gd name="connsiteX4" fmla="*/ 7063669 w 7063669"/>
              <a:gd name="connsiteY4" fmla="*/ 6868510 h 6868512"/>
              <a:gd name="connsiteX5" fmla="*/ 0 w 7063669"/>
              <a:gd name="connsiteY5" fmla="*/ 6868510 h 6868512"/>
              <a:gd name="connsiteX6" fmla="*/ 0 w 7063669"/>
              <a:gd name="connsiteY6" fmla="*/ 3434256 h 6868512"/>
              <a:gd name="connsiteX0" fmla="*/ 2837793 w 9901462"/>
              <a:gd name="connsiteY0" fmla="*/ 3434254 h 6868508"/>
              <a:gd name="connsiteX1" fmla="*/ 0 w 9901462"/>
              <a:gd name="connsiteY1" fmla="*/ 21021 h 6868508"/>
              <a:gd name="connsiteX2" fmla="*/ 9901462 w 9901462"/>
              <a:gd name="connsiteY2" fmla="*/ 0 h 6868508"/>
              <a:gd name="connsiteX3" fmla="*/ 9901462 w 9901462"/>
              <a:gd name="connsiteY3" fmla="*/ 3434254 h 6868508"/>
              <a:gd name="connsiteX4" fmla="*/ 9901462 w 9901462"/>
              <a:gd name="connsiteY4" fmla="*/ 6868508 h 6868508"/>
              <a:gd name="connsiteX5" fmla="*/ 2837793 w 9901462"/>
              <a:gd name="connsiteY5" fmla="*/ 6868508 h 6868508"/>
              <a:gd name="connsiteX6" fmla="*/ 2837793 w 9901462"/>
              <a:gd name="connsiteY6" fmla="*/ 3434254 h 6868508"/>
              <a:gd name="connsiteX0" fmla="*/ 2827282 w 9890951"/>
              <a:gd name="connsiteY0" fmla="*/ 3434254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2827282 w 9890951"/>
              <a:gd name="connsiteY6" fmla="*/ 3434254 h 6868508"/>
              <a:gd name="connsiteX0" fmla="*/ 3142592 w 9890951"/>
              <a:gd name="connsiteY0" fmla="*/ 2898226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3142592 w 9890951"/>
              <a:gd name="connsiteY6" fmla="*/ 2898226 h 6868508"/>
              <a:gd name="connsiteX0" fmla="*/ 2911364 w 9890951"/>
              <a:gd name="connsiteY0" fmla="*/ 2824654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2911364 w 9890951"/>
              <a:gd name="connsiteY6" fmla="*/ 2824654 h 6868508"/>
              <a:gd name="connsiteX0" fmla="*/ 4056992 w 11036579"/>
              <a:gd name="connsiteY0" fmla="*/ 2824654 h 6868508"/>
              <a:gd name="connsiteX1" fmla="*/ 1145628 w 11036579"/>
              <a:gd name="connsiteY1" fmla="*/ 10510 h 6868508"/>
              <a:gd name="connsiteX2" fmla="*/ 11036579 w 11036579"/>
              <a:gd name="connsiteY2" fmla="*/ 0 h 6868508"/>
              <a:gd name="connsiteX3" fmla="*/ 11036579 w 11036579"/>
              <a:gd name="connsiteY3" fmla="*/ 3434254 h 6868508"/>
              <a:gd name="connsiteX4" fmla="*/ 11036579 w 11036579"/>
              <a:gd name="connsiteY4" fmla="*/ 6868508 h 6868508"/>
              <a:gd name="connsiteX5" fmla="*/ 0 w 11036579"/>
              <a:gd name="connsiteY5" fmla="*/ 6815956 h 6868508"/>
              <a:gd name="connsiteX6" fmla="*/ 4056992 w 11036579"/>
              <a:gd name="connsiteY6" fmla="*/ 2824654 h 6868508"/>
              <a:gd name="connsiteX0" fmla="*/ 4078012 w 11057599"/>
              <a:gd name="connsiteY0" fmla="*/ 2824654 h 6868508"/>
              <a:gd name="connsiteX1" fmla="*/ 1166648 w 11057599"/>
              <a:gd name="connsiteY1" fmla="*/ 10510 h 6868508"/>
              <a:gd name="connsiteX2" fmla="*/ 11057599 w 11057599"/>
              <a:gd name="connsiteY2" fmla="*/ 0 h 6868508"/>
              <a:gd name="connsiteX3" fmla="*/ 11057599 w 11057599"/>
              <a:gd name="connsiteY3" fmla="*/ 3434254 h 6868508"/>
              <a:gd name="connsiteX4" fmla="*/ 11057599 w 11057599"/>
              <a:gd name="connsiteY4" fmla="*/ 6868508 h 6868508"/>
              <a:gd name="connsiteX5" fmla="*/ 0 w 11057599"/>
              <a:gd name="connsiteY5" fmla="*/ 6868508 h 6868508"/>
              <a:gd name="connsiteX6" fmla="*/ 4078012 w 11057599"/>
              <a:gd name="connsiteY6" fmla="*/ 2824654 h 6868508"/>
              <a:gd name="connsiteX0" fmla="*/ 4078012 w 11068109"/>
              <a:gd name="connsiteY0" fmla="*/ 2814144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57599 w 11068109"/>
              <a:gd name="connsiteY4" fmla="*/ 6857998 h 6857998"/>
              <a:gd name="connsiteX5" fmla="*/ 0 w 11068109"/>
              <a:gd name="connsiteY5" fmla="*/ 6857998 h 6857998"/>
              <a:gd name="connsiteX6" fmla="*/ 4078012 w 11068109"/>
              <a:gd name="connsiteY6" fmla="*/ 2814144 h 6857998"/>
              <a:gd name="connsiteX0" fmla="*/ 4078012 w 11068109"/>
              <a:gd name="connsiteY0" fmla="*/ 2814144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47089 w 11068109"/>
              <a:gd name="connsiteY4" fmla="*/ 6857998 h 6857998"/>
              <a:gd name="connsiteX5" fmla="*/ 0 w 11068109"/>
              <a:gd name="connsiteY5" fmla="*/ 6857998 h 6857998"/>
              <a:gd name="connsiteX6" fmla="*/ 4078012 w 11068109"/>
              <a:gd name="connsiteY6" fmla="*/ 2814144 h 6857998"/>
              <a:gd name="connsiteX0" fmla="*/ 4041155 w 11068109"/>
              <a:gd name="connsiteY0" fmla="*/ 2820281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47089 w 11068109"/>
              <a:gd name="connsiteY4" fmla="*/ 6857998 h 6857998"/>
              <a:gd name="connsiteX5" fmla="*/ 0 w 11068109"/>
              <a:gd name="connsiteY5" fmla="*/ 6857998 h 6857998"/>
              <a:gd name="connsiteX6" fmla="*/ 4041155 w 11068109"/>
              <a:gd name="connsiteY6" fmla="*/ 2820281 h 6857998"/>
              <a:gd name="connsiteX0" fmla="*/ 4090298 w 11117252"/>
              <a:gd name="connsiteY0" fmla="*/ 2820281 h 6857998"/>
              <a:gd name="connsiteX1" fmla="*/ 1215791 w 11117252"/>
              <a:gd name="connsiteY1" fmla="*/ 0 h 6857998"/>
              <a:gd name="connsiteX2" fmla="*/ 11117252 w 11117252"/>
              <a:gd name="connsiteY2" fmla="*/ 0 h 6857998"/>
              <a:gd name="connsiteX3" fmla="*/ 11106742 w 11117252"/>
              <a:gd name="connsiteY3" fmla="*/ 3423744 h 6857998"/>
              <a:gd name="connsiteX4" fmla="*/ 11096232 w 11117252"/>
              <a:gd name="connsiteY4" fmla="*/ 6857998 h 6857998"/>
              <a:gd name="connsiteX5" fmla="*/ 0 w 11117252"/>
              <a:gd name="connsiteY5" fmla="*/ 6857998 h 6857998"/>
              <a:gd name="connsiteX6" fmla="*/ 4090298 w 11117252"/>
              <a:gd name="connsiteY6" fmla="*/ 2820281 h 6857998"/>
              <a:gd name="connsiteX0" fmla="*/ 4090298 w 11117252"/>
              <a:gd name="connsiteY0" fmla="*/ 2820281 h 6857998"/>
              <a:gd name="connsiteX1" fmla="*/ 1215791 w 11117252"/>
              <a:gd name="connsiteY1" fmla="*/ 0 h 6857998"/>
              <a:gd name="connsiteX2" fmla="*/ 11117252 w 11117252"/>
              <a:gd name="connsiteY2" fmla="*/ 0 h 6857998"/>
              <a:gd name="connsiteX3" fmla="*/ 11106742 w 11117252"/>
              <a:gd name="connsiteY3" fmla="*/ 3423744 h 6857998"/>
              <a:gd name="connsiteX4" fmla="*/ 10778296 w 11117252"/>
              <a:gd name="connsiteY4" fmla="*/ 6838748 h 6857998"/>
              <a:gd name="connsiteX5" fmla="*/ 0 w 11117252"/>
              <a:gd name="connsiteY5" fmla="*/ 6857998 h 6857998"/>
              <a:gd name="connsiteX6" fmla="*/ 4090298 w 11117252"/>
              <a:gd name="connsiteY6" fmla="*/ 2820281 h 6857998"/>
              <a:gd name="connsiteX0" fmla="*/ 4090298 w 11125466"/>
              <a:gd name="connsiteY0" fmla="*/ 2820281 h 6857999"/>
              <a:gd name="connsiteX1" fmla="*/ 1215791 w 11125466"/>
              <a:gd name="connsiteY1" fmla="*/ 0 h 6857999"/>
              <a:gd name="connsiteX2" fmla="*/ 11117252 w 11125466"/>
              <a:gd name="connsiteY2" fmla="*/ 0 h 6857999"/>
              <a:gd name="connsiteX3" fmla="*/ 11106742 w 11125466"/>
              <a:gd name="connsiteY3" fmla="*/ 3423744 h 6857999"/>
              <a:gd name="connsiteX4" fmla="*/ 11125134 w 11125466"/>
              <a:gd name="connsiteY4" fmla="*/ 6857999 h 6857999"/>
              <a:gd name="connsiteX5" fmla="*/ 0 w 11125466"/>
              <a:gd name="connsiteY5" fmla="*/ 6857998 h 6857999"/>
              <a:gd name="connsiteX6" fmla="*/ 4090298 w 11125466"/>
              <a:gd name="connsiteY6" fmla="*/ 282028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125466" h="6857999">
                <a:moveTo>
                  <a:pt x="4090298" y="2820281"/>
                </a:moveTo>
                <a:lnTo>
                  <a:pt x="1215791" y="0"/>
                </a:lnTo>
                <a:lnTo>
                  <a:pt x="11117252" y="0"/>
                </a:lnTo>
                <a:cubicBezTo>
                  <a:pt x="11113749" y="1141248"/>
                  <a:pt x="11110245" y="2282496"/>
                  <a:pt x="11106742" y="3423744"/>
                </a:cubicBezTo>
                <a:cubicBezTo>
                  <a:pt x="11103239" y="4568495"/>
                  <a:pt x="11128637" y="5713248"/>
                  <a:pt x="11125134" y="6857999"/>
                </a:cubicBezTo>
                <a:lnTo>
                  <a:pt x="0" y="6857998"/>
                </a:lnTo>
                <a:lnTo>
                  <a:pt x="4090298" y="2820281"/>
                </a:lnTo>
                <a:close/>
              </a:path>
            </a:pathLst>
          </a:custGeo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kumimoji="1" lang="en-US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B17812-713A-F5A8-595B-51B293F2E7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86761" y="2378758"/>
            <a:ext cx="4986646" cy="870856"/>
          </a:xfrm>
        </p:spPr>
        <p:txBody>
          <a:bodyPr anchor="ctr" anchorCtr="0"/>
          <a:lstStyle>
            <a:lvl1pPr algn="l">
              <a:defRPr sz="42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Footer Placeholder 13">
            <a:extLst>
              <a:ext uri="{FF2B5EF4-FFF2-40B4-BE49-F238E27FC236}">
                <a16:creationId xmlns:a16="http://schemas.microsoft.com/office/drawing/2014/main" id="{B52EE07E-1F15-DCA1-1220-C38434E0ECF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1906" y="6544221"/>
            <a:ext cx="6285185" cy="1616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902AEC02-993B-7D73-4E95-B9995A0867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10220069" y="2236592"/>
            <a:ext cx="1865253" cy="1146384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168" t="-57654" r="-11644" b="-35158"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6" name="テキスト プレースホルダー 9">
            <a:extLst>
              <a:ext uri="{FF2B5EF4-FFF2-40B4-BE49-F238E27FC236}">
                <a16:creationId xmlns:a16="http://schemas.microsoft.com/office/drawing/2014/main" id="{0C94BB84-A11A-EE7F-BA72-BBA40E0F9D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582194" y="4165671"/>
            <a:ext cx="4991211" cy="379916"/>
          </a:xfrm>
        </p:spPr>
        <p:txBody>
          <a:bodyPr anchor="t"/>
          <a:lstStyle>
            <a:lvl1pPr marL="0" indent="0" algn="l">
              <a:buFontTx/>
              <a:buNone/>
              <a:defRPr sz="20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endParaRPr kumimoji="1" 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D6FB8846-DD2C-EDF2-851F-DC24D9414DA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271" y="5731914"/>
            <a:ext cx="3503342" cy="379916"/>
          </a:xfrm>
        </p:spPr>
        <p:txBody>
          <a:bodyPr anchor="b"/>
          <a:lstStyle>
            <a:lvl1pPr marL="0" indent="0" algn="r">
              <a:buFontTx/>
              <a:buNone/>
              <a:defRPr sz="16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Company</a:t>
            </a:r>
          </a:p>
        </p:txBody>
      </p:sp>
      <p:sp>
        <p:nvSpPr>
          <p:cNvPr id="8" name="テキスト プレースホルダー 9">
            <a:extLst>
              <a:ext uri="{FF2B5EF4-FFF2-40B4-BE49-F238E27FC236}">
                <a16:creationId xmlns:a16="http://schemas.microsoft.com/office/drawing/2014/main" id="{304C2ADA-CD56-17FB-217D-8447D9928B5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0271" y="6130307"/>
            <a:ext cx="3506820" cy="379916"/>
          </a:xfrm>
        </p:spPr>
        <p:txBody>
          <a:bodyPr anchor="ctr" anchorCtr="0"/>
          <a:lstStyle>
            <a:lvl1pPr marL="0" indent="0" algn="r">
              <a:buFontTx/>
              <a:buNone/>
              <a:defRPr sz="14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144730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3 A_Title 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975346BB-5837-D150-25A5-D4678A12C5B4}"/>
              </a:ext>
            </a:extLst>
          </p:cNvPr>
          <p:cNvSpPr/>
          <p:nvPr userDrawn="1"/>
        </p:nvSpPr>
        <p:spPr>
          <a:xfrm>
            <a:off x="-12850" y="-1"/>
            <a:ext cx="5599611" cy="6858000"/>
          </a:xfrm>
          <a:prstGeom prst="rect">
            <a:avLst/>
          </a:prstGeom>
          <a:gradFill>
            <a:gsLst>
              <a:gs pos="43000">
                <a:srgbClr val="0087FF"/>
              </a:gs>
              <a:gs pos="15000">
                <a:srgbClr val="2230FE"/>
              </a:gs>
              <a:gs pos="0">
                <a:srgbClr val="0046AD"/>
              </a:gs>
              <a:gs pos="65000">
                <a:srgbClr val="14B6B3"/>
              </a:gs>
              <a:gs pos="86000">
                <a:srgbClr val="26DE7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0" name="図プレースホルダー 29">
            <a:extLst>
              <a:ext uri="{FF2B5EF4-FFF2-40B4-BE49-F238E27FC236}">
                <a16:creationId xmlns:a16="http://schemas.microsoft.com/office/drawing/2014/main" id="{41C91DA4-9261-963C-5B4B-9D479C87A43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125867" y="1"/>
            <a:ext cx="11114901" cy="6857999"/>
          </a:xfrm>
          <a:custGeom>
            <a:avLst/>
            <a:gdLst>
              <a:gd name="connsiteX0" fmla="*/ 0 w 7063669"/>
              <a:gd name="connsiteY0" fmla="*/ 3434256 h 6868512"/>
              <a:gd name="connsiteX1" fmla="*/ 0 w 7063669"/>
              <a:gd name="connsiteY1" fmla="*/ 2 h 6868512"/>
              <a:gd name="connsiteX2" fmla="*/ 7063669 w 7063669"/>
              <a:gd name="connsiteY2" fmla="*/ 2 h 6868512"/>
              <a:gd name="connsiteX3" fmla="*/ 7063669 w 7063669"/>
              <a:gd name="connsiteY3" fmla="*/ 3434256 h 6868512"/>
              <a:gd name="connsiteX4" fmla="*/ 7063669 w 7063669"/>
              <a:gd name="connsiteY4" fmla="*/ 6868510 h 6868512"/>
              <a:gd name="connsiteX5" fmla="*/ 0 w 7063669"/>
              <a:gd name="connsiteY5" fmla="*/ 6868510 h 6868512"/>
              <a:gd name="connsiteX6" fmla="*/ 0 w 7063669"/>
              <a:gd name="connsiteY6" fmla="*/ 3434256 h 6868512"/>
              <a:gd name="connsiteX0" fmla="*/ 2837793 w 9901462"/>
              <a:gd name="connsiteY0" fmla="*/ 3434254 h 6868508"/>
              <a:gd name="connsiteX1" fmla="*/ 0 w 9901462"/>
              <a:gd name="connsiteY1" fmla="*/ 21021 h 6868508"/>
              <a:gd name="connsiteX2" fmla="*/ 9901462 w 9901462"/>
              <a:gd name="connsiteY2" fmla="*/ 0 h 6868508"/>
              <a:gd name="connsiteX3" fmla="*/ 9901462 w 9901462"/>
              <a:gd name="connsiteY3" fmla="*/ 3434254 h 6868508"/>
              <a:gd name="connsiteX4" fmla="*/ 9901462 w 9901462"/>
              <a:gd name="connsiteY4" fmla="*/ 6868508 h 6868508"/>
              <a:gd name="connsiteX5" fmla="*/ 2837793 w 9901462"/>
              <a:gd name="connsiteY5" fmla="*/ 6868508 h 6868508"/>
              <a:gd name="connsiteX6" fmla="*/ 2837793 w 9901462"/>
              <a:gd name="connsiteY6" fmla="*/ 3434254 h 6868508"/>
              <a:gd name="connsiteX0" fmla="*/ 2827282 w 9890951"/>
              <a:gd name="connsiteY0" fmla="*/ 3434254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2827282 w 9890951"/>
              <a:gd name="connsiteY6" fmla="*/ 3434254 h 6868508"/>
              <a:gd name="connsiteX0" fmla="*/ 3142592 w 9890951"/>
              <a:gd name="connsiteY0" fmla="*/ 2898226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3142592 w 9890951"/>
              <a:gd name="connsiteY6" fmla="*/ 2898226 h 6868508"/>
              <a:gd name="connsiteX0" fmla="*/ 2911364 w 9890951"/>
              <a:gd name="connsiteY0" fmla="*/ 2824654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2911364 w 9890951"/>
              <a:gd name="connsiteY6" fmla="*/ 2824654 h 6868508"/>
              <a:gd name="connsiteX0" fmla="*/ 4056992 w 11036579"/>
              <a:gd name="connsiteY0" fmla="*/ 2824654 h 6868508"/>
              <a:gd name="connsiteX1" fmla="*/ 1145628 w 11036579"/>
              <a:gd name="connsiteY1" fmla="*/ 10510 h 6868508"/>
              <a:gd name="connsiteX2" fmla="*/ 11036579 w 11036579"/>
              <a:gd name="connsiteY2" fmla="*/ 0 h 6868508"/>
              <a:gd name="connsiteX3" fmla="*/ 11036579 w 11036579"/>
              <a:gd name="connsiteY3" fmla="*/ 3434254 h 6868508"/>
              <a:gd name="connsiteX4" fmla="*/ 11036579 w 11036579"/>
              <a:gd name="connsiteY4" fmla="*/ 6868508 h 6868508"/>
              <a:gd name="connsiteX5" fmla="*/ 0 w 11036579"/>
              <a:gd name="connsiteY5" fmla="*/ 6815956 h 6868508"/>
              <a:gd name="connsiteX6" fmla="*/ 4056992 w 11036579"/>
              <a:gd name="connsiteY6" fmla="*/ 2824654 h 6868508"/>
              <a:gd name="connsiteX0" fmla="*/ 4078012 w 11057599"/>
              <a:gd name="connsiteY0" fmla="*/ 2824654 h 6868508"/>
              <a:gd name="connsiteX1" fmla="*/ 1166648 w 11057599"/>
              <a:gd name="connsiteY1" fmla="*/ 10510 h 6868508"/>
              <a:gd name="connsiteX2" fmla="*/ 11057599 w 11057599"/>
              <a:gd name="connsiteY2" fmla="*/ 0 h 6868508"/>
              <a:gd name="connsiteX3" fmla="*/ 11057599 w 11057599"/>
              <a:gd name="connsiteY3" fmla="*/ 3434254 h 6868508"/>
              <a:gd name="connsiteX4" fmla="*/ 11057599 w 11057599"/>
              <a:gd name="connsiteY4" fmla="*/ 6868508 h 6868508"/>
              <a:gd name="connsiteX5" fmla="*/ 0 w 11057599"/>
              <a:gd name="connsiteY5" fmla="*/ 6868508 h 6868508"/>
              <a:gd name="connsiteX6" fmla="*/ 4078012 w 11057599"/>
              <a:gd name="connsiteY6" fmla="*/ 2824654 h 6868508"/>
              <a:gd name="connsiteX0" fmla="*/ 4078012 w 11068109"/>
              <a:gd name="connsiteY0" fmla="*/ 2814144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57599 w 11068109"/>
              <a:gd name="connsiteY4" fmla="*/ 6857998 h 6857998"/>
              <a:gd name="connsiteX5" fmla="*/ 0 w 11068109"/>
              <a:gd name="connsiteY5" fmla="*/ 6857998 h 6857998"/>
              <a:gd name="connsiteX6" fmla="*/ 4078012 w 11068109"/>
              <a:gd name="connsiteY6" fmla="*/ 2814144 h 6857998"/>
              <a:gd name="connsiteX0" fmla="*/ 4078012 w 11068109"/>
              <a:gd name="connsiteY0" fmla="*/ 2814144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47089 w 11068109"/>
              <a:gd name="connsiteY4" fmla="*/ 6857998 h 6857998"/>
              <a:gd name="connsiteX5" fmla="*/ 0 w 11068109"/>
              <a:gd name="connsiteY5" fmla="*/ 6857998 h 6857998"/>
              <a:gd name="connsiteX6" fmla="*/ 4078012 w 11068109"/>
              <a:gd name="connsiteY6" fmla="*/ 2814144 h 6857998"/>
              <a:gd name="connsiteX0" fmla="*/ 4041155 w 11068109"/>
              <a:gd name="connsiteY0" fmla="*/ 2820281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47089 w 11068109"/>
              <a:gd name="connsiteY4" fmla="*/ 6857998 h 6857998"/>
              <a:gd name="connsiteX5" fmla="*/ 0 w 11068109"/>
              <a:gd name="connsiteY5" fmla="*/ 6857998 h 6857998"/>
              <a:gd name="connsiteX6" fmla="*/ 4041155 w 11068109"/>
              <a:gd name="connsiteY6" fmla="*/ 2820281 h 6857998"/>
              <a:gd name="connsiteX0" fmla="*/ 4090298 w 11117252"/>
              <a:gd name="connsiteY0" fmla="*/ 2820281 h 6857998"/>
              <a:gd name="connsiteX1" fmla="*/ 1215791 w 11117252"/>
              <a:gd name="connsiteY1" fmla="*/ 0 h 6857998"/>
              <a:gd name="connsiteX2" fmla="*/ 11117252 w 11117252"/>
              <a:gd name="connsiteY2" fmla="*/ 0 h 6857998"/>
              <a:gd name="connsiteX3" fmla="*/ 11106742 w 11117252"/>
              <a:gd name="connsiteY3" fmla="*/ 3423744 h 6857998"/>
              <a:gd name="connsiteX4" fmla="*/ 11096232 w 11117252"/>
              <a:gd name="connsiteY4" fmla="*/ 6857998 h 6857998"/>
              <a:gd name="connsiteX5" fmla="*/ 0 w 11117252"/>
              <a:gd name="connsiteY5" fmla="*/ 6857998 h 6857998"/>
              <a:gd name="connsiteX6" fmla="*/ 4090298 w 11117252"/>
              <a:gd name="connsiteY6" fmla="*/ 2820281 h 6857998"/>
              <a:gd name="connsiteX0" fmla="*/ 4090298 w 11117252"/>
              <a:gd name="connsiteY0" fmla="*/ 2820281 h 6857998"/>
              <a:gd name="connsiteX1" fmla="*/ 1215791 w 11117252"/>
              <a:gd name="connsiteY1" fmla="*/ 0 h 6857998"/>
              <a:gd name="connsiteX2" fmla="*/ 11117252 w 11117252"/>
              <a:gd name="connsiteY2" fmla="*/ 0 h 6857998"/>
              <a:gd name="connsiteX3" fmla="*/ 11106742 w 11117252"/>
              <a:gd name="connsiteY3" fmla="*/ 3423744 h 6857998"/>
              <a:gd name="connsiteX4" fmla="*/ 10778296 w 11117252"/>
              <a:gd name="connsiteY4" fmla="*/ 6838748 h 6857998"/>
              <a:gd name="connsiteX5" fmla="*/ 0 w 11117252"/>
              <a:gd name="connsiteY5" fmla="*/ 6857998 h 6857998"/>
              <a:gd name="connsiteX6" fmla="*/ 4090298 w 11117252"/>
              <a:gd name="connsiteY6" fmla="*/ 2820281 h 6857998"/>
              <a:gd name="connsiteX0" fmla="*/ 4090298 w 11125466"/>
              <a:gd name="connsiteY0" fmla="*/ 2820281 h 6857999"/>
              <a:gd name="connsiteX1" fmla="*/ 1215791 w 11125466"/>
              <a:gd name="connsiteY1" fmla="*/ 0 h 6857999"/>
              <a:gd name="connsiteX2" fmla="*/ 11117252 w 11125466"/>
              <a:gd name="connsiteY2" fmla="*/ 0 h 6857999"/>
              <a:gd name="connsiteX3" fmla="*/ 11106742 w 11125466"/>
              <a:gd name="connsiteY3" fmla="*/ 3423744 h 6857999"/>
              <a:gd name="connsiteX4" fmla="*/ 11125134 w 11125466"/>
              <a:gd name="connsiteY4" fmla="*/ 6857999 h 6857999"/>
              <a:gd name="connsiteX5" fmla="*/ 0 w 11125466"/>
              <a:gd name="connsiteY5" fmla="*/ 6857998 h 6857999"/>
              <a:gd name="connsiteX6" fmla="*/ 4090298 w 11125466"/>
              <a:gd name="connsiteY6" fmla="*/ 282028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125466" h="6857999">
                <a:moveTo>
                  <a:pt x="4090298" y="2820281"/>
                </a:moveTo>
                <a:lnTo>
                  <a:pt x="1215791" y="0"/>
                </a:lnTo>
                <a:lnTo>
                  <a:pt x="11117252" y="0"/>
                </a:lnTo>
                <a:cubicBezTo>
                  <a:pt x="11113749" y="1141248"/>
                  <a:pt x="11110245" y="2282496"/>
                  <a:pt x="11106742" y="3423744"/>
                </a:cubicBezTo>
                <a:cubicBezTo>
                  <a:pt x="11103239" y="4568495"/>
                  <a:pt x="11128637" y="5713248"/>
                  <a:pt x="11125134" y="6857999"/>
                </a:cubicBezTo>
                <a:lnTo>
                  <a:pt x="0" y="6857998"/>
                </a:lnTo>
                <a:lnTo>
                  <a:pt x="4090298" y="2820281"/>
                </a:lnTo>
                <a:close/>
              </a:path>
            </a:pathLst>
          </a:custGeo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kumimoji="1" lang="en-US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B17812-713A-F5A8-595B-51B293F2E7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86761" y="2378763"/>
            <a:ext cx="4986646" cy="870850"/>
          </a:xfrm>
        </p:spPr>
        <p:txBody>
          <a:bodyPr anchor="ctr" anchorCtr="0"/>
          <a:lstStyle>
            <a:lvl1pPr algn="l">
              <a:defRPr sz="42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Footer Placeholder 13">
            <a:extLst>
              <a:ext uri="{FF2B5EF4-FFF2-40B4-BE49-F238E27FC236}">
                <a16:creationId xmlns:a16="http://schemas.microsoft.com/office/drawing/2014/main" id="{B52EE07E-1F15-DCA1-1220-C38434E0ECF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1906" y="6544221"/>
            <a:ext cx="6285185" cy="1616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9F9CA3-208C-60B5-AD16-DDEB4B6A7DC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665704" y="1866162"/>
            <a:ext cx="1013677" cy="1865255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pic>
        <p:nvPicPr>
          <p:cNvPr id="12" name="図 11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B7C00596-6204-5E71-B344-72F2A6F6A0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426" y="2603292"/>
            <a:ext cx="4090209" cy="620425"/>
          </a:xfrm>
          <a:prstGeom prst="rect">
            <a:avLst/>
          </a:prstGeom>
        </p:spPr>
      </p:pic>
      <p:sp>
        <p:nvSpPr>
          <p:cNvPr id="3" name="テキスト プレースホルダー 9">
            <a:extLst>
              <a:ext uri="{FF2B5EF4-FFF2-40B4-BE49-F238E27FC236}">
                <a16:creationId xmlns:a16="http://schemas.microsoft.com/office/drawing/2014/main" id="{F7E43113-3D93-9654-E488-A5FE5EDD74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271" y="5731914"/>
            <a:ext cx="3503342" cy="379916"/>
          </a:xfrm>
        </p:spPr>
        <p:txBody>
          <a:bodyPr anchor="b"/>
          <a:lstStyle>
            <a:lvl1pPr marL="0" indent="0" algn="r">
              <a:buFontTx/>
              <a:buNone/>
              <a:defRPr sz="16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Company</a:t>
            </a:r>
          </a:p>
        </p:txBody>
      </p:sp>
      <p:sp>
        <p:nvSpPr>
          <p:cNvPr id="6" name="テキスト プレースホルダー 9">
            <a:extLst>
              <a:ext uri="{FF2B5EF4-FFF2-40B4-BE49-F238E27FC236}">
                <a16:creationId xmlns:a16="http://schemas.microsoft.com/office/drawing/2014/main" id="{38FFF288-7F04-F97C-CF78-5F9580AE5A6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90271" y="6130307"/>
            <a:ext cx="3506820" cy="379916"/>
          </a:xfrm>
        </p:spPr>
        <p:txBody>
          <a:bodyPr anchor="ctr" anchorCtr="0"/>
          <a:lstStyle>
            <a:lvl1pPr marL="0" indent="0" algn="r">
              <a:buFontTx/>
              <a:buNone/>
              <a:defRPr sz="14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Click to add text</a:t>
            </a:r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947B8288-AECC-D960-823B-283D5AEF40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582194" y="4165671"/>
            <a:ext cx="4991211" cy="379916"/>
          </a:xfrm>
        </p:spPr>
        <p:txBody>
          <a:bodyPr anchor="t"/>
          <a:lstStyle>
            <a:lvl1pPr marL="0" indent="0" algn="l">
              <a:buFontTx/>
              <a:buNone/>
              <a:defRPr sz="2000">
                <a:solidFill>
                  <a:schemeClr val="tx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3495788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4 A_Title 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975346BB-5837-D150-25A5-D4678A12C5B4}"/>
              </a:ext>
            </a:extLst>
          </p:cNvPr>
          <p:cNvSpPr/>
          <p:nvPr userDrawn="1"/>
        </p:nvSpPr>
        <p:spPr>
          <a:xfrm>
            <a:off x="-58999" y="-1"/>
            <a:ext cx="559961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0" name="図プレースホルダー 29">
            <a:extLst>
              <a:ext uri="{FF2B5EF4-FFF2-40B4-BE49-F238E27FC236}">
                <a16:creationId xmlns:a16="http://schemas.microsoft.com/office/drawing/2014/main" id="{41C91DA4-9261-963C-5B4B-9D479C87A43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113840" y="1"/>
            <a:ext cx="11115173" cy="6857999"/>
          </a:xfrm>
          <a:custGeom>
            <a:avLst/>
            <a:gdLst>
              <a:gd name="connsiteX0" fmla="*/ 0 w 7063669"/>
              <a:gd name="connsiteY0" fmla="*/ 3434256 h 6868512"/>
              <a:gd name="connsiteX1" fmla="*/ 0 w 7063669"/>
              <a:gd name="connsiteY1" fmla="*/ 2 h 6868512"/>
              <a:gd name="connsiteX2" fmla="*/ 7063669 w 7063669"/>
              <a:gd name="connsiteY2" fmla="*/ 2 h 6868512"/>
              <a:gd name="connsiteX3" fmla="*/ 7063669 w 7063669"/>
              <a:gd name="connsiteY3" fmla="*/ 3434256 h 6868512"/>
              <a:gd name="connsiteX4" fmla="*/ 7063669 w 7063669"/>
              <a:gd name="connsiteY4" fmla="*/ 6868510 h 6868512"/>
              <a:gd name="connsiteX5" fmla="*/ 0 w 7063669"/>
              <a:gd name="connsiteY5" fmla="*/ 6868510 h 6868512"/>
              <a:gd name="connsiteX6" fmla="*/ 0 w 7063669"/>
              <a:gd name="connsiteY6" fmla="*/ 3434256 h 6868512"/>
              <a:gd name="connsiteX0" fmla="*/ 2837793 w 9901462"/>
              <a:gd name="connsiteY0" fmla="*/ 3434254 h 6868508"/>
              <a:gd name="connsiteX1" fmla="*/ 0 w 9901462"/>
              <a:gd name="connsiteY1" fmla="*/ 21021 h 6868508"/>
              <a:gd name="connsiteX2" fmla="*/ 9901462 w 9901462"/>
              <a:gd name="connsiteY2" fmla="*/ 0 h 6868508"/>
              <a:gd name="connsiteX3" fmla="*/ 9901462 w 9901462"/>
              <a:gd name="connsiteY3" fmla="*/ 3434254 h 6868508"/>
              <a:gd name="connsiteX4" fmla="*/ 9901462 w 9901462"/>
              <a:gd name="connsiteY4" fmla="*/ 6868508 h 6868508"/>
              <a:gd name="connsiteX5" fmla="*/ 2837793 w 9901462"/>
              <a:gd name="connsiteY5" fmla="*/ 6868508 h 6868508"/>
              <a:gd name="connsiteX6" fmla="*/ 2837793 w 9901462"/>
              <a:gd name="connsiteY6" fmla="*/ 3434254 h 6868508"/>
              <a:gd name="connsiteX0" fmla="*/ 2827282 w 9890951"/>
              <a:gd name="connsiteY0" fmla="*/ 3434254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2827282 w 9890951"/>
              <a:gd name="connsiteY6" fmla="*/ 3434254 h 6868508"/>
              <a:gd name="connsiteX0" fmla="*/ 3142592 w 9890951"/>
              <a:gd name="connsiteY0" fmla="*/ 2898226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3142592 w 9890951"/>
              <a:gd name="connsiteY6" fmla="*/ 2898226 h 6868508"/>
              <a:gd name="connsiteX0" fmla="*/ 2911364 w 9890951"/>
              <a:gd name="connsiteY0" fmla="*/ 2824654 h 6868508"/>
              <a:gd name="connsiteX1" fmla="*/ 0 w 9890951"/>
              <a:gd name="connsiteY1" fmla="*/ 10510 h 6868508"/>
              <a:gd name="connsiteX2" fmla="*/ 9890951 w 9890951"/>
              <a:gd name="connsiteY2" fmla="*/ 0 h 6868508"/>
              <a:gd name="connsiteX3" fmla="*/ 9890951 w 9890951"/>
              <a:gd name="connsiteY3" fmla="*/ 3434254 h 6868508"/>
              <a:gd name="connsiteX4" fmla="*/ 9890951 w 9890951"/>
              <a:gd name="connsiteY4" fmla="*/ 6868508 h 6868508"/>
              <a:gd name="connsiteX5" fmla="*/ 2827282 w 9890951"/>
              <a:gd name="connsiteY5" fmla="*/ 6868508 h 6868508"/>
              <a:gd name="connsiteX6" fmla="*/ 2911364 w 9890951"/>
              <a:gd name="connsiteY6" fmla="*/ 2824654 h 6868508"/>
              <a:gd name="connsiteX0" fmla="*/ 4056992 w 11036579"/>
              <a:gd name="connsiteY0" fmla="*/ 2824654 h 6868508"/>
              <a:gd name="connsiteX1" fmla="*/ 1145628 w 11036579"/>
              <a:gd name="connsiteY1" fmla="*/ 10510 h 6868508"/>
              <a:gd name="connsiteX2" fmla="*/ 11036579 w 11036579"/>
              <a:gd name="connsiteY2" fmla="*/ 0 h 6868508"/>
              <a:gd name="connsiteX3" fmla="*/ 11036579 w 11036579"/>
              <a:gd name="connsiteY3" fmla="*/ 3434254 h 6868508"/>
              <a:gd name="connsiteX4" fmla="*/ 11036579 w 11036579"/>
              <a:gd name="connsiteY4" fmla="*/ 6868508 h 6868508"/>
              <a:gd name="connsiteX5" fmla="*/ 0 w 11036579"/>
              <a:gd name="connsiteY5" fmla="*/ 6815956 h 6868508"/>
              <a:gd name="connsiteX6" fmla="*/ 4056992 w 11036579"/>
              <a:gd name="connsiteY6" fmla="*/ 2824654 h 6868508"/>
              <a:gd name="connsiteX0" fmla="*/ 4078012 w 11057599"/>
              <a:gd name="connsiteY0" fmla="*/ 2824654 h 6868508"/>
              <a:gd name="connsiteX1" fmla="*/ 1166648 w 11057599"/>
              <a:gd name="connsiteY1" fmla="*/ 10510 h 6868508"/>
              <a:gd name="connsiteX2" fmla="*/ 11057599 w 11057599"/>
              <a:gd name="connsiteY2" fmla="*/ 0 h 6868508"/>
              <a:gd name="connsiteX3" fmla="*/ 11057599 w 11057599"/>
              <a:gd name="connsiteY3" fmla="*/ 3434254 h 6868508"/>
              <a:gd name="connsiteX4" fmla="*/ 11057599 w 11057599"/>
              <a:gd name="connsiteY4" fmla="*/ 6868508 h 6868508"/>
              <a:gd name="connsiteX5" fmla="*/ 0 w 11057599"/>
              <a:gd name="connsiteY5" fmla="*/ 6868508 h 6868508"/>
              <a:gd name="connsiteX6" fmla="*/ 4078012 w 11057599"/>
              <a:gd name="connsiteY6" fmla="*/ 2824654 h 6868508"/>
              <a:gd name="connsiteX0" fmla="*/ 4078012 w 11068109"/>
              <a:gd name="connsiteY0" fmla="*/ 2814144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57599 w 11068109"/>
              <a:gd name="connsiteY4" fmla="*/ 6857998 h 6857998"/>
              <a:gd name="connsiteX5" fmla="*/ 0 w 11068109"/>
              <a:gd name="connsiteY5" fmla="*/ 6857998 h 6857998"/>
              <a:gd name="connsiteX6" fmla="*/ 4078012 w 11068109"/>
              <a:gd name="connsiteY6" fmla="*/ 2814144 h 6857998"/>
              <a:gd name="connsiteX0" fmla="*/ 4078012 w 11068109"/>
              <a:gd name="connsiteY0" fmla="*/ 2814144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47089 w 11068109"/>
              <a:gd name="connsiteY4" fmla="*/ 6857998 h 6857998"/>
              <a:gd name="connsiteX5" fmla="*/ 0 w 11068109"/>
              <a:gd name="connsiteY5" fmla="*/ 6857998 h 6857998"/>
              <a:gd name="connsiteX6" fmla="*/ 4078012 w 11068109"/>
              <a:gd name="connsiteY6" fmla="*/ 2814144 h 6857998"/>
              <a:gd name="connsiteX0" fmla="*/ 4041155 w 11068109"/>
              <a:gd name="connsiteY0" fmla="*/ 2820281 h 6857998"/>
              <a:gd name="connsiteX1" fmla="*/ 1166648 w 11068109"/>
              <a:gd name="connsiteY1" fmla="*/ 0 h 6857998"/>
              <a:gd name="connsiteX2" fmla="*/ 11068109 w 11068109"/>
              <a:gd name="connsiteY2" fmla="*/ 0 h 6857998"/>
              <a:gd name="connsiteX3" fmla="*/ 11057599 w 11068109"/>
              <a:gd name="connsiteY3" fmla="*/ 3423744 h 6857998"/>
              <a:gd name="connsiteX4" fmla="*/ 11047089 w 11068109"/>
              <a:gd name="connsiteY4" fmla="*/ 6857998 h 6857998"/>
              <a:gd name="connsiteX5" fmla="*/ 0 w 11068109"/>
              <a:gd name="connsiteY5" fmla="*/ 6857998 h 6857998"/>
              <a:gd name="connsiteX6" fmla="*/ 4041155 w 11068109"/>
              <a:gd name="connsiteY6" fmla="*/ 2820281 h 6857998"/>
              <a:gd name="connsiteX0" fmla="*/ 4090298 w 11117252"/>
              <a:gd name="connsiteY0" fmla="*/ 2820281 h 6857998"/>
              <a:gd name="connsiteX1" fmla="*/ 1215791 w 11117252"/>
              <a:gd name="connsiteY1" fmla="*/ 0 h 6857998"/>
              <a:gd name="connsiteX2" fmla="*/ 11117252 w 11117252"/>
              <a:gd name="connsiteY2" fmla="*/ 0 h 6857998"/>
              <a:gd name="connsiteX3" fmla="*/ 11106742 w 11117252"/>
              <a:gd name="connsiteY3" fmla="*/ 3423744 h 6857998"/>
              <a:gd name="connsiteX4" fmla="*/ 11096232 w 11117252"/>
              <a:gd name="connsiteY4" fmla="*/ 6857998 h 6857998"/>
              <a:gd name="connsiteX5" fmla="*/ 0 w 11117252"/>
              <a:gd name="connsiteY5" fmla="*/ 6857998 h 6857998"/>
              <a:gd name="connsiteX6" fmla="*/ 4090298 w 11117252"/>
              <a:gd name="connsiteY6" fmla="*/ 2820281 h 6857998"/>
              <a:gd name="connsiteX0" fmla="*/ 4090298 w 11117252"/>
              <a:gd name="connsiteY0" fmla="*/ 2820281 h 6857998"/>
              <a:gd name="connsiteX1" fmla="*/ 1215791 w 11117252"/>
              <a:gd name="connsiteY1" fmla="*/ 0 h 6857998"/>
              <a:gd name="connsiteX2" fmla="*/ 11117252 w 11117252"/>
              <a:gd name="connsiteY2" fmla="*/ 0 h 6857998"/>
              <a:gd name="connsiteX3" fmla="*/ 11106742 w 11117252"/>
              <a:gd name="connsiteY3" fmla="*/ 3423744 h 6857998"/>
              <a:gd name="connsiteX4" fmla="*/ 10778296 w 11117252"/>
              <a:gd name="connsiteY4" fmla="*/ 6838748 h 6857998"/>
              <a:gd name="connsiteX5" fmla="*/ 0 w 11117252"/>
              <a:gd name="connsiteY5" fmla="*/ 6857998 h 6857998"/>
              <a:gd name="connsiteX6" fmla="*/ 4090298 w 11117252"/>
              <a:gd name="connsiteY6" fmla="*/ 2820281 h 6857998"/>
              <a:gd name="connsiteX0" fmla="*/ 4090298 w 11125466"/>
              <a:gd name="connsiteY0" fmla="*/ 2820281 h 6857999"/>
              <a:gd name="connsiteX1" fmla="*/ 1215791 w 11125466"/>
              <a:gd name="connsiteY1" fmla="*/ 0 h 6857999"/>
              <a:gd name="connsiteX2" fmla="*/ 11117252 w 11125466"/>
              <a:gd name="connsiteY2" fmla="*/ 0 h 6857999"/>
              <a:gd name="connsiteX3" fmla="*/ 11106742 w 11125466"/>
              <a:gd name="connsiteY3" fmla="*/ 3423744 h 6857999"/>
              <a:gd name="connsiteX4" fmla="*/ 11125134 w 11125466"/>
              <a:gd name="connsiteY4" fmla="*/ 6857999 h 6857999"/>
              <a:gd name="connsiteX5" fmla="*/ 0 w 11125466"/>
              <a:gd name="connsiteY5" fmla="*/ 6857998 h 6857999"/>
              <a:gd name="connsiteX6" fmla="*/ 4090298 w 11125466"/>
              <a:gd name="connsiteY6" fmla="*/ 2820281 h 6857999"/>
              <a:gd name="connsiteX0" fmla="*/ 4090298 w 11125363"/>
              <a:gd name="connsiteY0" fmla="*/ 2820281 h 6857999"/>
              <a:gd name="connsiteX1" fmla="*/ 1215791 w 11125363"/>
              <a:gd name="connsiteY1" fmla="*/ 0 h 6857999"/>
              <a:gd name="connsiteX2" fmla="*/ 11117252 w 11125363"/>
              <a:gd name="connsiteY2" fmla="*/ 0 h 6857999"/>
              <a:gd name="connsiteX3" fmla="*/ 11094373 w 11125363"/>
              <a:gd name="connsiteY3" fmla="*/ 3324890 h 6857999"/>
              <a:gd name="connsiteX4" fmla="*/ 11125134 w 11125363"/>
              <a:gd name="connsiteY4" fmla="*/ 6857999 h 6857999"/>
              <a:gd name="connsiteX5" fmla="*/ 0 w 11125363"/>
              <a:gd name="connsiteY5" fmla="*/ 6857998 h 6857999"/>
              <a:gd name="connsiteX6" fmla="*/ 4090298 w 11125363"/>
              <a:gd name="connsiteY6" fmla="*/ 2820281 h 6857999"/>
              <a:gd name="connsiteX0" fmla="*/ 4090298 w 11125363"/>
              <a:gd name="connsiteY0" fmla="*/ 2820281 h 6857999"/>
              <a:gd name="connsiteX1" fmla="*/ 1215791 w 11125363"/>
              <a:gd name="connsiteY1" fmla="*/ 0 h 6857999"/>
              <a:gd name="connsiteX2" fmla="*/ 11117252 w 11125363"/>
              <a:gd name="connsiteY2" fmla="*/ 0 h 6857999"/>
              <a:gd name="connsiteX3" fmla="*/ 11094373 w 11125363"/>
              <a:gd name="connsiteY3" fmla="*/ 3324890 h 6857999"/>
              <a:gd name="connsiteX4" fmla="*/ 11125134 w 11125363"/>
              <a:gd name="connsiteY4" fmla="*/ 6857999 h 6857999"/>
              <a:gd name="connsiteX5" fmla="*/ 0 w 11125363"/>
              <a:gd name="connsiteY5" fmla="*/ 6857998 h 6857999"/>
              <a:gd name="connsiteX6" fmla="*/ 4090298 w 11125363"/>
              <a:gd name="connsiteY6" fmla="*/ 2820281 h 6857999"/>
              <a:gd name="connsiteX0" fmla="*/ 4090298 w 11125466"/>
              <a:gd name="connsiteY0" fmla="*/ 2820281 h 6857999"/>
              <a:gd name="connsiteX1" fmla="*/ 1215791 w 11125466"/>
              <a:gd name="connsiteY1" fmla="*/ 0 h 6857999"/>
              <a:gd name="connsiteX2" fmla="*/ 11117252 w 11125466"/>
              <a:gd name="connsiteY2" fmla="*/ 0 h 6857999"/>
              <a:gd name="connsiteX3" fmla="*/ 11106740 w 11125466"/>
              <a:gd name="connsiteY3" fmla="*/ 3658523 h 6857999"/>
              <a:gd name="connsiteX4" fmla="*/ 11125134 w 11125466"/>
              <a:gd name="connsiteY4" fmla="*/ 6857999 h 6857999"/>
              <a:gd name="connsiteX5" fmla="*/ 0 w 11125466"/>
              <a:gd name="connsiteY5" fmla="*/ 6857998 h 6857999"/>
              <a:gd name="connsiteX6" fmla="*/ 4090298 w 11125466"/>
              <a:gd name="connsiteY6" fmla="*/ 2820281 h 6857999"/>
              <a:gd name="connsiteX0" fmla="*/ 4090298 w 11125718"/>
              <a:gd name="connsiteY0" fmla="*/ 2820281 h 6857999"/>
              <a:gd name="connsiteX1" fmla="*/ 1215791 w 11125718"/>
              <a:gd name="connsiteY1" fmla="*/ 0 h 6857999"/>
              <a:gd name="connsiteX2" fmla="*/ 11117252 w 11125718"/>
              <a:gd name="connsiteY2" fmla="*/ 0 h 6857999"/>
              <a:gd name="connsiteX3" fmla="*/ 11106740 w 11125718"/>
              <a:gd name="connsiteY3" fmla="*/ 3658523 h 6857999"/>
              <a:gd name="connsiteX4" fmla="*/ 11125134 w 11125718"/>
              <a:gd name="connsiteY4" fmla="*/ 6857999 h 6857999"/>
              <a:gd name="connsiteX5" fmla="*/ 0 w 11125718"/>
              <a:gd name="connsiteY5" fmla="*/ 6857998 h 6857999"/>
              <a:gd name="connsiteX6" fmla="*/ 4090298 w 11125718"/>
              <a:gd name="connsiteY6" fmla="*/ 2820281 h 6857999"/>
              <a:gd name="connsiteX0" fmla="*/ 4090298 w 11125718"/>
              <a:gd name="connsiteY0" fmla="*/ 2820281 h 6857999"/>
              <a:gd name="connsiteX1" fmla="*/ 1215791 w 11125718"/>
              <a:gd name="connsiteY1" fmla="*/ 0 h 6857999"/>
              <a:gd name="connsiteX2" fmla="*/ 11117252 w 11125718"/>
              <a:gd name="connsiteY2" fmla="*/ 0 h 6857999"/>
              <a:gd name="connsiteX3" fmla="*/ 11106740 w 11125718"/>
              <a:gd name="connsiteY3" fmla="*/ 3658523 h 6857999"/>
              <a:gd name="connsiteX4" fmla="*/ 11125134 w 11125718"/>
              <a:gd name="connsiteY4" fmla="*/ 6857999 h 6857999"/>
              <a:gd name="connsiteX5" fmla="*/ 0 w 11125718"/>
              <a:gd name="connsiteY5" fmla="*/ 6857998 h 6857999"/>
              <a:gd name="connsiteX6" fmla="*/ 4090298 w 11125718"/>
              <a:gd name="connsiteY6" fmla="*/ 2820281 h 6857999"/>
              <a:gd name="connsiteX0" fmla="*/ 4090298 w 11127061"/>
              <a:gd name="connsiteY0" fmla="*/ 2820281 h 6857999"/>
              <a:gd name="connsiteX1" fmla="*/ 1215791 w 11127061"/>
              <a:gd name="connsiteY1" fmla="*/ 0 h 6857999"/>
              <a:gd name="connsiteX2" fmla="*/ 11117252 w 11127061"/>
              <a:gd name="connsiteY2" fmla="*/ 0 h 6857999"/>
              <a:gd name="connsiteX3" fmla="*/ 11118944 w 11127061"/>
              <a:gd name="connsiteY3" fmla="*/ 3621947 h 6857999"/>
              <a:gd name="connsiteX4" fmla="*/ 11125134 w 11127061"/>
              <a:gd name="connsiteY4" fmla="*/ 6857999 h 6857999"/>
              <a:gd name="connsiteX5" fmla="*/ 0 w 11127061"/>
              <a:gd name="connsiteY5" fmla="*/ 6857998 h 6857999"/>
              <a:gd name="connsiteX6" fmla="*/ 4090298 w 11127061"/>
              <a:gd name="connsiteY6" fmla="*/ 2820281 h 6857999"/>
              <a:gd name="connsiteX0" fmla="*/ 4090298 w 11127061"/>
              <a:gd name="connsiteY0" fmla="*/ 2820281 h 6857999"/>
              <a:gd name="connsiteX1" fmla="*/ 1215791 w 11127061"/>
              <a:gd name="connsiteY1" fmla="*/ 0 h 6857999"/>
              <a:gd name="connsiteX2" fmla="*/ 11117252 w 11127061"/>
              <a:gd name="connsiteY2" fmla="*/ 0 h 6857999"/>
              <a:gd name="connsiteX3" fmla="*/ 11118944 w 11127061"/>
              <a:gd name="connsiteY3" fmla="*/ 3621947 h 6857999"/>
              <a:gd name="connsiteX4" fmla="*/ 11125134 w 11127061"/>
              <a:gd name="connsiteY4" fmla="*/ 6857999 h 6857999"/>
              <a:gd name="connsiteX5" fmla="*/ 0 w 11127061"/>
              <a:gd name="connsiteY5" fmla="*/ 6857998 h 6857999"/>
              <a:gd name="connsiteX6" fmla="*/ 4090298 w 11127061"/>
              <a:gd name="connsiteY6" fmla="*/ 2820281 h 6857999"/>
              <a:gd name="connsiteX0" fmla="*/ 4090298 w 11125472"/>
              <a:gd name="connsiteY0" fmla="*/ 2820281 h 6857999"/>
              <a:gd name="connsiteX1" fmla="*/ 1215791 w 11125472"/>
              <a:gd name="connsiteY1" fmla="*/ 0 h 6857999"/>
              <a:gd name="connsiteX2" fmla="*/ 11117252 w 11125472"/>
              <a:gd name="connsiteY2" fmla="*/ 0 h 6857999"/>
              <a:gd name="connsiteX3" fmla="*/ 11118944 w 11125472"/>
              <a:gd name="connsiteY3" fmla="*/ 3621947 h 6857999"/>
              <a:gd name="connsiteX4" fmla="*/ 11125134 w 11125472"/>
              <a:gd name="connsiteY4" fmla="*/ 6857999 h 6857999"/>
              <a:gd name="connsiteX5" fmla="*/ 0 w 11125472"/>
              <a:gd name="connsiteY5" fmla="*/ 6857998 h 6857999"/>
              <a:gd name="connsiteX6" fmla="*/ 4090298 w 11125472"/>
              <a:gd name="connsiteY6" fmla="*/ 2820281 h 6857999"/>
              <a:gd name="connsiteX0" fmla="*/ 4090298 w 11125737"/>
              <a:gd name="connsiteY0" fmla="*/ 2820281 h 6857999"/>
              <a:gd name="connsiteX1" fmla="*/ 1215791 w 11125737"/>
              <a:gd name="connsiteY1" fmla="*/ 0 h 6857999"/>
              <a:gd name="connsiteX2" fmla="*/ 11117252 w 11125737"/>
              <a:gd name="connsiteY2" fmla="*/ 0 h 6857999"/>
              <a:gd name="connsiteX3" fmla="*/ 11118944 w 11125737"/>
              <a:gd name="connsiteY3" fmla="*/ 3621947 h 6857999"/>
              <a:gd name="connsiteX4" fmla="*/ 11125134 w 11125737"/>
              <a:gd name="connsiteY4" fmla="*/ 6857999 h 6857999"/>
              <a:gd name="connsiteX5" fmla="*/ 0 w 11125737"/>
              <a:gd name="connsiteY5" fmla="*/ 6857998 h 6857999"/>
              <a:gd name="connsiteX6" fmla="*/ 4090298 w 11125737"/>
              <a:gd name="connsiteY6" fmla="*/ 282028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125737" h="6857999">
                <a:moveTo>
                  <a:pt x="4090298" y="2820281"/>
                </a:moveTo>
                <a:lnTo>
                  <a:pt x="1215791" y="0"/>
                </a:lnTo>
                <a:lnTo>
                  <a:pt x="11117252" y="0"/>
                </a:lnTo>
                <a:cubicBezTo>
                  <a:pt x="11113749" y="1141248"/>
                  <a:pt x="11122281" y="2008133"/>
                  <a:pt x="11118944" y="3621947"/>
                </a:cubicBezTo>
                <a:cubicBezTo>
                  <a:pt x="11115607" y="5235761"/>
                  <a:pt x="11128637" y="5713248"/>
                  <a:pt x="11125134" y="6857999"/>
                </a:cubicBezTo>
                <a:lnTo>
                  <a:pt x="0" y="6857998"/>
                </a:lnTo>
                <a:lnTo>
                  <a:pt x="4090298" y="2820281"/>
                </a:lnTo>
                <a:close/>
              </a:path>
            </a:pathLst>
          </a:custGeom>
          <a:solidFill>
            <a:schemeClr val="bg2"/>
          </a:solidFill>
        </p:spPr>
        <p:txBody>
          <a:bodyPr/>
          <a:lstStyle>
            <a:lvl1pPr marL="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kumimoji="1" lang="en-US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B17812-713A-F5A8-595B-51B293F2E7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86761" y="2378763"/>
            <a:ext cx="4986646" cy="870850"/>
          </a:xfrm>
        </p:spPr>
        <p:txBody>
          <a:bodyPr anchor="ctr" anchorCtr="0"/>
          <a:lstStyle>
            <a:lvl1pPr algn="l">
              <a:defRPr sz="4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Footer Placeholder 13">
            <a:extLst>
              <a:ext uri="{FF2B5EF4-FFF2-40B4-BE49-F238E27FC236}">
                <a16:creationId xmlns:a16="http://schemas.microsoft.com/office/drawing/2014/main" id="{B52EE07E-1F15-DCA1-1220-C38434E0ECF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1906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9F9CA3-208C-60B5-AD16-DDEB4B6A7DC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665704" y="1866162"/>
            <a:ext cx="1013677" cy="1865255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B7C00596-6204-5E71-B344-72F2A6F6A0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7426" y="2603292"/>
            <a:ext cx="4090209" cy="620424"/>
          </a:xfrm>
          <a:prstGeom prst="rect">
            <a:avLst/>
          </a:prstGeom>
        </p:spPr>
      </p:pic>
      <p:sp>
        <p:nvSpPr>
          <p:cNvPr id="3" name="テキスト プレースホルダー 9">
            <a:extLst>
              <a:ext uri="{FF2B5EF4-FFF2-40B4-BE49-F238E27FC236}">
                <a16:creationId xmlns:a16="http://schemas.microsoft.com/office/drawing/2014/main" id="{DAB19AC2-3698-D75F-7F3E-F0B9CAA51D3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271" y="5731914"/>
            <a:ext cx="3503342" cy="379916"/>
          </a:xfrm>
        </p:spPr>
        <p:txBody>
          <a:bodyPr anchor="b"/>
          <a:lstStyle>
            <a:lvl1pPr marL="0" indent="0" algn="r">
              <a:buFontTx/>
              <a:buNone/>
              <a:defRPr sz="16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Company</a:t>
            </a:r>
          </a:p>
        </p:txBody>
      </p:sp>
      <p:sp>
        <p:nvSpPr>
          <p:cNvPr id="6" name="テキスト プレースホルダー 9">
            <a:extLst>
              <a:ext uri="{FF2B5EF4-FFF2-40B4-BE49-F238E27FC236}">
                <a16:creationId xmlns:a16="http://schemas.microsoft.com/office/drawing/2014/main" id="{2CAA9D5F-066B-7970-798A-6F160995080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90271" y="6130307"/>
            <a:ext cx="3506820" cy="379916"/>
          </a:xfrm>
        </p:spPr>
        <p:txBody>
          <a:bodyPr anchor="ctr" anchorCtr="0"/>
          <a:lstStyle>
            <a:lvl1pPr marL="0" indent="0" algn="r">
              <a:buFontTx/>
              <a:buNone/>
              <a:defRPr sz="14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Click to add text</a:t>
            </a:r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913B3C8B-E143-E3A3-37E7-CBE742F9DB7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582194" y="4165671"/>
            <a:ext cx="4991211" cy="379916"/>
          </a:xfrm>
        </p:spPr>
        <p:txBody>
          <a:bodyPr anchor="t"/>
          <a:lstStyle>
            <a:lvl1pPr marL="0" indent="0" algn="l">
              <a:buFontTx/>
              <a:buNone/>
              <a:defRPr sz="20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1647658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1 B_Title 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3E9A95A-2F39-2AA4-D372-9F4B8103147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479194" y="6544221"/>
            <a:ext cx="1441280" cy="16164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7DD57FDA-C3D7-4863-B8D2-E7422D6B54FE}" type="datetime1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FE53D2-0BF2-3408-CE3F-908FD3647F6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60000">
                <a:srgbClr val="106FFF"/>
              </a:gs>
              <a:gs pos="17000">
                <a:schemeClr val="accent2"/>
              </a:gs>
              <a:gs pos="35000">
                <a:srgbClr val="2230FE"/>
              </a:gs>
              <a:gs pos="0">
                <a:srgbClr val="0046AD"/>
              </a:gs>
              <a:gs pos="100000">
                <a:srgbClr val="2DC1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4" name="Footer Placeholder 13">
            <a:extLst>
              <a:ext uri="{FF2B5EF4-FFF2-40B4-BE49-F238E27FC236}">
                <a16:creationId xmlns:a16="http://schemas.microsoft.com/office/drawing/2014/main" id="{D478F426-8F07-5802-21EC-DE5AC87C3B6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0925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pic>
        <p:nvPicPr>
          <p:cNvPr id="9" name="Graphic 1">
            <a:extLst>
              <a:ext uri="{FF2B5EF4-FFF2-40B4-BE49-F238E27FC236}">
                <a16:creationId xmlns:a16="http://schemas.microsoft.com/office/drawing/2014/main" id="{E29F2C46-CDF0-948B-4F1B-CABE118E13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" r="27"/>
          <a:stretch/>
        </p:blipFill>
        <p:spPr>
          <a:xfrm>
            <a:off x="3030569" y="2143668"/>
            <a:ext cx="1123204" cy="2211889"/>
          </a:xfrm>
          <a:prstGeom prst="rect">
            <a:avLst/>
          </a:prstGeom>
        </p:spPr>
      </p:pic>
      <p:pic>
        <p:nvPicPr>
          <p:cNvPr id="7" name="Graphic 2">
            <a:extLst>
              <a:ext uri="{FF2B5EF4-FFF2-40B4-BE49-F238E27FC236}">
                <a16:creationId xmlns:a16="http://schemas.microsoft.com/office/drawing/2014/main" id="{F4725EEC-6191-9A83-DC5E-706F8EE545B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6479" y="2763342"/>
            <a:ext cx="2201006" cy="801691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83CDA8CC-2F10-D4E6-500B-392057721E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48146" y="2143667"/>
            <a:ext cx="7056478" cy="2211889"/>
          </a:xfrm>
        </p:spPr>
        <p:txBody>
          <a:bodyPr anchor="ctr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テキスト プレースホルダー 9">
            <a:extLst>
              <a:ext uri="{FF2B5EF4-FFF2-40B4-BE49-F238E27FC236}">
                <a16:creationId xmlns:a16="http://schemas.microsoft.com/office/drawing/2014/main" id="{C457A4A5-6DF0-B693-7B2A-968707C488E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271" y="5731914"/>
            <a:ext cx="3503342" cy="379916"/>
          </a:xfrm>
        </p:spPr>
        <p:txBody>
          <a:bodyPr anchor="b"/>
          <a:lstStyle>
            <a:lvl1pPr marL="0" indent="0" algn="r">
              <a:buFontTx/>
              <a:buNone/>
              <a:defRPr sz="16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Company</a:t>
            </a:r>
          </a:p>
        </p:txBody>
      </p:sp>
      <p:sp>
        <p:nvSpPr>
          <p:cNvPr id="20" name="テキスト プレースホルダー 9">
            <a:extLst>
              <a:ext uri="{FF2B5EF4-FFF2-40B4-BE49-F238E27FC236}">
                <a16:creationId xmlns:a16="http://schemas.microsoft.com/office/drawing/2014/main" id="{ED7544B2-5ED8-E8A6-A086-C57254E0A18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90271" y="6130307"/>
            <a:ext cx="3506820" cy="379916"/>
          </a:xfrm>
        </p:spPr>
        <p:txBody>
          <a:bodyPr anchor="ctr" anchorCtr="0"/>
          <a:lstStyle>
            <a:lvl1pPr marL="0" indent="0" algn="r">
              <a:buFontTx/>
              <a:buNone/>
              <a:defRPr sz="14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Click to add text</a:t>
            </a:r>
          </a:p>
        </p:txBody>
      </p:sp>
      <p:sp>
        <p:nvSpPr>
          <p:cNvPr id="21" name="テキスト プレースホルダー 9">
            <a:extLst>
              <a:ext uri="{FF2B5EF4-FFF2-40B4-BE49-F238E27FC236}">
                <a16:creationId xmlns:a16="http://schemas.microsoft.com/office/drawing/2014/main" id="{ACC8A8BA-AC89-99B8-02B4-80F3443A5A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48146" y="4597989"/>
            <a:ext cx="7056478" cy="379916"/>
          </a:xfrm>
        </p:spPr>
        <p:txBody>
          <a:bodyPr anchor="t"/>
          <a:lstStyle>
            <a:lvl1pPr marL="0" indent="0" algn="l">
              <a:buFontTx/>
              <a:buNone/>
              <a:defRPr sz="20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2841415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2 B_Title _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3E9A95A-2F39-2AA4-D372-9F4B8103147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479194" y="6544221"/>
            <a:ext cx="1441280" cy="16164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7DD57FDA-C3D7-4863-B8D2-E7422D6B54FE}" type="datetime1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D98A7B-8C2F-5EBB-9E93-C3C70C73B25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9025">
                <a:schemeClr val="accent2"/>
              </a:gs>
              <a:gs pos="15000">
                <a:schemeClr val="accent2"/>
              </a:gs>
              <a:gs pos="0">
                <a:srgbClr val="0046AD"/>
              </a:gs>
              <a:gs pos="95000">
                <a:srgbClr val="C919F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0925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pic>
        <p:nvPicPr>
          <p:cNvPr id="10" name="Graphic 1">
            <a:extLst>
              <a:ext uri="{FF2B5EF4-FFF2-40B4-BE49-F238E27FC236}">
                <a16:creationId xmlns:a16="http://schemas.microsoft.com/office/drawing/2014/main" id="{6BB52AF3-0A78-3960-31D5-1329AB726D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" r="27"/>
          <a:stretch/>
        </p:blipFill>
        <p:spPr>
          <a:xfrm>
            <a:off x="3030569" y="2143668"/>
            <a:ext cx="1123204" cy="2211889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DD60442B-B372-4766-6CE5-42A9F37F0EC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6479" y="2763342"/>
            <a:ext cx="2201006" cy="80169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8EB0F28-65D2-A02A-80E6-5E719E8BDF4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48146" y="2143668"/>
            <a:ext cx="7056478" cy="2211890"/>
          </a:xfrm>
        </p:spPr>
        <p:txBody>
          <a:bodyPr anchor="ctr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テキスト プレースホルダー 9">
            <a:extLst>
              <a:ext uri="{FF2B5EF4-FFF2-40B4-BE49-F238E27FC236}">
                <a16:creationId xmlns:a16="http://schemas.microsoft.com/office/drawing/2014/main" id="{1908AD77-88C9-BF7E-50EC-D73F219C36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271" y="5731914"/>
            <a:ext cx="3503342" cy="379916"/>
          </a:xfrm>
        </p:spPr>
        <p:txBody>
          <a:bodyPr anchor="b"/>
          <a:lstStyle>
            <a:lvl1pPr marL="0" indent="0" algn="r">
              <a:buFontTx/>
              <a:buNone/>
              <a:defRPr sz="16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Company</a:t>
            </a:r>
          </a:p>
        </p:txBody>
      </p:sp>
      <p:sp>
        <p:nvSpPr>
          <p:cNvPr id="9" name="テキスト プレースホルダー 9">
            <a:extLst>
              <a:ext uri="{FF2B5EF4-FFF2-40B4-BE49-F238E27FC236}">
                <a16:creationId xmlns:a16="http://schemas.microsoft.com/office/drawing/2014/main" id="{21F26C79-58E1-223F-A62A-4E03FE655C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90271" y="6130307"/>
            <a:ext cx="3506820" cy="379916"/>
          </a:xfrm>
        </p:spPr>
        <p:txBody>
          <a:bodyPr anchor="ctr" anchorCtr="0"/>
          <a:lstStyle>
            <a:lvl1pPr marL="0" indent="0" algn="r">
              <a:buFontTx/>
              <a:buNone/>
              <a:defRPr sz="14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Click to add text</a:t>
            </a:r>
          </a:p>
        </p:txBody>
      </p:sp>
      <p:sp>
        <p:nvSpPr>
          <p:cNvPr id="11" name="テキスト プレースホルダー 9">
            <a:extLst>
              <a:ext uri="{FF2B5EF4-FFF2-40B4-BE49-F238E27FC236}">
                <a16:creationId xmlns:a16="http://schemas.microsoft.com/office/drawing/2014/main" id="{E44E6B84-8507-BD83-FF57-B52850A723B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48146" y="4597989"/>
            <a:ext cx="7056478" cy="379916"/>
          </a:xfrm>
        </p:spPr>
        <p:txBody>
          <a:bodyPr anchor="t"/>
          <a:lstStyle>
            <a:lvl1pPr marL="0" indent="0" algn="l">
              <a:buFontTx/>
              <a:buNone/>
              <a:defRPr sz="20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2662524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3 B_Title 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>
            <a:extLst>
              <a:ext uri="{FF2B5EF4-FFF2-40B4-BE49-F238E27FC236}">
                <a16:creationId xmlns:a16="http://schemas.microsoft.com/office/drawing/2014/main" id="{69D60BF1-E9D5-8727-1309-B6C0CA6D3E8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7000">
                <a:srgbClr val="095DFF"/>
              </a:gs>
              <a:gs pos="55000">
                <a:srgbClr val="0087FF"/>
              </a:gs>
              <a:gs pos="15000">
                <a:srgbClr val="2230FE"/>
              </a:gs>
              <a:gs pos="0">
                <a:srgbClr val="0046AD"/>
              </a:gs>
              <a:gs pos="95000">
                <a:srgbClr val="26DE7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2E8973-1694-A193-E1F1-F888B3470E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" r="27"/>
          <a:stretch/>
        </p:blipFill>
        <p:spPr>
          <a:xfrm>
            <a:off x="3030569" y="2143668"/>
            <a:ext cx="1123204" cy="2211889"/>
          </a:xfrm>
          <a:prstGeom prst="rect">
            <a:avLst/>
          </a:prstGeom>
        </p:spPr>
      </p:pic>
      <p:sp>
        <p:nvSpPr>
          <p:cNvPr id="4" name="Footer Placeholder 13">
            <a:extLst>
              <a:ext uri="{FF2B5EF4-FFF2-40B4-BE49-F238E27FC236}">
                <a16:creationId xmlns:a16="http://schemas.microsoft.com/office/drawing/2014/main" id="{1FEA4884-6B7C-7CDA-E874-C60C7F6635D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0925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pic>
        <p:nvPicPr>
          <p:cNvPr id="16" name="Graphic 2">
            <a:extLst>
              <a:ext uri="{FF2B5EF4-FFF2-40B4-BE49-F238E27FC236}">
                <a16:creationId xmlns:a16="http://schemas.microsoft.com/office/drawing/2014/main" id="{BA6C8627-B116-47BE-05D4-C82CEDFD62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6479" y="2763342"/>
            <a:ext cx="2201006" cy="801691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CA18CBA0-E26F-ABBB-BC54-5209D9ECFA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48146" y="2143668"/>
            <a:ext cx="7056478" cy="2211890"/>
          </a:xfrm>
        </p:spPr>
        <p:txBody>
          <a:bodyPr anchor="ctr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テキスト プレースホルダー 9">
            <a:extLst>
              <a:ext uri="{FF2B5EF4-FFF2-40B4-BE49-F238E27FC236}">
                <a16:creationId xmlns:a16="http://schemas.microsoft.com/office/drawing/2014/main" id="{6193A2AB-F4CA-4169-0794-EAC89AC9480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271" y="5731914"/>
            <a:ext cx="3503342" cy="379916"/>
          </a:xfrm>
        </p:spPr>
        <p:txBody>
          <a:bodyPr anchor="b"/>
          <a:lstStyle>
            <a:lvl1pPr marL="0" indent="0" algn="r">
              <a:buFontTx/>
              <a:buNone/>
              <a:defRPr sz="16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Company</a:t>
            </a:r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74A682D8-72A0-17F3-3B2A-6D0B568A43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90271" y="6130307"/>
            <a:ext cx="3506820" cy="379916"/>
          </a:xfrm>
        </p:spPr>
        <p:txBody>
          <a:bodyPr anchor="ctr" anchorCtr="0"/>
          <a:lstStyle>
            <a:lvl1pPr marL="0" indent="0" algn="r">
              <a:buFontTx/>
              <a:buNone/>
              <a:defRPr sz="14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Click to add text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75F27159-A3E1-E77C-6BEF-1B37DDD1882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48146" y="4597989"/>
            <a:ext cx="7056478" cy="379916"/>
          </a:xfrm>
        </p:spPr>
        <p:txBody>
          <a:bodyPr anchor="t"/>
          <a:lstStyle>
            <a:lvl1pPr marL="0" indent="0" algn="l">
              <a:buFontTx/>
              <a:buNone/>
              <a:defRPr sz="20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951496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4 B_Title 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DED91E2F-678E-BC7C-4F27-E21FC20D77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864000" anchor="t" anchorCtr="0"/>
          <a:lstStyle>
            <a:lvl1pPr marL="0" indent="0" algn="ctr">
              <a:buFontTx/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364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DB3E856-FDA7-A703-84C6-81B75D5872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48146" y="2149236"/>
            <a:ext cx="7056478" cy="2200751"/>
          </a:xfrm>
        </p:spPr>
        <p:txBody>
          <a:bodyPr anchor="ctr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EE34251C-12A3-4155-1787-52F1E8D0C1F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 rot="10800000">
            <a:off x="2957769" y="2149237"/>
            <a:ext cx="1196003" cy="2200751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0213E4F8-F51B-E9CD-238F-A908E81D41AE}"/>
              </a:ext>
            </a:extLst>
          </p:cNvPr>
          <p:cNvSpPr>
            <a:spLocks noGrp="1" noChangeAspect="1"/>
          </p:cNvSpPr>
          <p:nvPr>
            <p:ph type="body" sz="quarter" idx="25" hasCustomPrompt="1"/>
          </p:nvPr>
        </p:nvSpPr>
        <p:spPr>
          <a:xfrm>
            <a:off x="536479" y="2763342"/>
            <a:ext cx="2200094" cy="801422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4" name="テキスト プレースホルダー 9">
            <a:extLst>
              <a:ext uri="{FF2B5EF4-FFF2-40B4-BE49-F238E27FC236}">
                <a16:creationId xmlns:a16="http://schemas.microsoft.com/office/drawing/2014/main" id="{33FDADEB-4553-2E47-DB6E-35121652AC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271" y="5731914"/>
            <a:ext cx="3503342" cy="379916"/>
          </a:xfrm>
        </p:spPr>
        <p:txBody>
          <a:bodyPr anchor="b"/>
          <a:lstStyle>
            <a:lvl1pPr marL="0" indent="0" algn="r">
              <a:buFontTx/>
              <a:buNone/>
              <a:defRPr sz="16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Company</a:t>
            </a:r>
          </a:p>
        </p:txBody>
      </p:sp>
      <p:sp>
        <p:nvSpPr>
          <p:cNvPr id="6" name="テキスト プレースホルダー 9">
            <a:extLst>
              <a:ext uri="{FF2B5EF4-FFF2-40B4-BE49-F238E27FC236}">
                <a16:creationId xmlns:a16="http://schemas.microsoft.com/office/drawing/2014/main" id="{24AC566B-B751-6E96-0C05-A3E4CB432E7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90271" y="6130307"/>
            <a:ext cx="3506820" cy="379916"/>
          </a:xfrm>
        </p:spPr>
        <p:txBody>
          <a:bodyPr anchor="ctr" anchorCtr="0"/>
          <a:lstStyle>
            <a:lvl1pPr marL="0" indent="0" algn="r">
              <a:buFontTx/>
              <a:buNone/>
              <a:defRPr sz="14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r>
              <a:rPr kumimoji="1" lang="en-US" dirty="0"/>
              <a:t>Click to add text</a:t>
            </a:r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0E87A0B5-7046-FD20-D31E-8E6955A750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48146" y="4597989"/>
            <a:ext cx="7056478" cy="379916"/>
          </a:xfrm>
        </p:spPr>
        <p:txBody>
          <a:bodyPr anchor="t"/>
          <a:lstStyle>
            <a:lvl1pPr marL="0" indent="0" algn="l">
              <a:buFontTx/>
              <a:buNone/>
              <a:defRPr sz="2000">
                <a:solidFill>
                  <a:schemeClr val="bg1"/>
                </a:solidFill>
              </a:defRPr>
            </a:lvl1pPr>
            <a:lvl2pPr marL="214313" indent="0">
              <a:buFontTx/>
              <a:buNone/>
              <a:defRPr/>
            </a:lvl2pPr>
            <a:lvl3pPr marL="414338" indent="0">
              <a:buFontTx/>
              <a:buNone/>
              <a:defRPr/>
            </a:lvl3pPr>
            <a:lvl4pPr marL="414338" indent="0">
              <a:buFontTx/>
              <a:buNone/>
              <a:defRPr/>
            </a:lvl4pPr>
            <a:lvl5pPr marL="414338" indent="0">
              <a:buFontTx/>
              <a:buNone/>
              <a:defRPr/>
            </a:lvl5pPr>
          </a:lstStyle>
          <a:p>
            <a:pPr lvl="0"/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3078459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1 Content - 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BE3BC-81B3-E530-1E0F-0C26B5AFD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C7DFC8-1BC3-43DA-BCD5-916305E849D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AE3A3C9-C608-2087-F225-C2794EF0DD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E78CF30-4C17-56D3-EB40-E42B4A1937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144F759E-836C-41A8-A181-1FCB72007E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008CD92-99CF-DC10-86F5-AF6A2D074D8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7374" y="1700213"/>
            <a:ext cx="11017249" cy="457358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72000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56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2 Content - Title &amp; 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3D59E-77B6-469E-0005-9C2BF6EB0A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0D939-CBF4-DEF8-AB17-1E14ECB6C34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7374" y="1700213"/>
            <a:ext cx="5181600" cy="457358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47FDDD-980A-E939-3AA9-69FE13AA98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23024" y="1700213"/>
            <a:ext cx="5181600" cy="457358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2988D9-FA1A-7721-3003-B58FD7F9C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341405-C34C-535C-A601-5E46007D7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2F2C2693-A53A-04DA-5205-3AEA9CBE15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C07A12A0-9E33-05DC-40C3-C39074DDFF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028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3 Content - Title &amp; thre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3D59E-77B6-469E-0005-9C2BF6EB0A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0D939-CBF4-DEF8-AB17-1E14ECB6C34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7375" y="1700213"/>
            <a:ext cx="3469618" cy="457358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2988D9-FA1A-7721-3003-B58FD7F9C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341405-C34C-535C-A601-5E46007D7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2F2C2693-A53A-04DA-5205-3AEA9CBE15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4BE878-A75B-DD06-9286-E682C009FEDB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361190" y="1700211"/>
            <a:ext cx="3469619" cy="4573587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E56E1B4-8B44-0956-B425-E60EC8CB675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35005" y="1700211"/>
            <a:ext cx="3469619" cy="45735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A321F01C-F1A3-2E3F-37DA-386EE4EE63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996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4 Content - Title &amp; text - Img.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486FBF-2635-2173-57D6-DC80A625BEA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87375" y="1700213"/>
            <a:ext cx="5085583" cy="4573587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14F9F6F9-A00A-53ED-398F-E677C4FB1F1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096000" y="0"/>
            <a:ext cx="6096000" cy="6858000"/>
          </a:xfrm>
          <a:solidFill>
            <a:schemeClr val="bg1">
              <a:lumMod val="85000"/>
            </a:schemeClr>
          </a:solidFill>
        </p:spPr>
        <p:txBody>
          <a:bodyPr tIns="864000" anchor="ctr" anchorCtr="0"/>
          <a:lstStyle>
            <a:lvl1pPr marL="0" indent="0" algn="ctr">
              <a:buFontTx/>
              <a:buNone/>
              <a:defRPr sz="1400"/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90A6AC5-6696-02B4-687D-86F0602B8E9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5330C6C-A0CC-8F63-C0DC-6C272D3CFA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9E9904A3-F0B5-5174-A48A-C107445502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A1D84DA-4009-41E9-F46A-C90967F5D7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375" y="334206"/>
            <a:ext cx="5085584" cy="914956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pic>
        <p:nvPicPr>
          <p:cNvPr id="2" name="Picture 10">
            <a:extLst>
              <a:ext uri="{FF2B5EF4-FFF2-40B4-BE49-F238E27FC236}">
                <a16:creationId xmlns:a16="http://schemas.microsoft.com/office/drawing/2014/main" id="{CF933EE2-E6E7-19BC-30B6-22854FE163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08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556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5 Content - Title &amp; text - Img.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BE5B26-7A35-A8C7-3053-06D0E8D7A822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727964" y="1700213"/>
            <a:ext cx="7876660" cy="4573587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14F9F6F9-A00A-53ED-398F-E677C4FB1F1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3378454" cy="6858000"/>
          </a:xfrm>
          <a:solidFill>
            <a:schemeClr val="bg1">
              <a:lumMod val="85000"/>
            </a:schemeClr>
          </a:solidFill>
        </p:spPr>
        <p:txBody>
          <a:bodyPr tIns="864000" anchor="ctr" anchorCtr="0"/>
          <a:lstStyle>
            <a:lvl1pPr marL="0" indent="0" algn="ctr">
              <a:buFontTx/>
              <a:buNone/>
              <a:defRPr sz="1400"/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F13CAF84-4500-3076-3DF4-6DDAA75D49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41" name="Text Placeholder 7">
            <a:extLst>
              <a:ext uri="{FF2B5EF4-FFF2-40B4-BE49-F238E27FC236}">
                <a16:creationId xmlns:a16="http://schemas.microsoft.com/office/drawing/2014/main" id="{E01D2B37-8587-B99A-08CB-525EEF807A6F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90A6AC5-6696-02B4-687D-86F0602B8E9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5330C6C-A0CC-8F63-C0DC-6C272D3CFA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BF40FD3-8DB8-9B37-8FB2-C2401ED5BB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27964" y="334206"/>
            <a:ext cx="7876661" cy="914956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9827134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556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6 Content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BE3BC-81B3-E530-1E0F-0C26B5AFD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C7DFC8-1BC3-43DA-BCD5-916305E849D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AE3A3C9-C608-2087-F225-C2794EF0DD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E78CF30-4C17-56D3-EB40-E42B4A1937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E1D75520-44CC-ED92-F209-2AE7036DD0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226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556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7 Content - 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C7DFC8-1BC3-43DA-BCD5-916305E849D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AE3A3C9-C608-2087-F225-C2794EF0DD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E8EFE797-2B21-8A94-F892-C796104574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2364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556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1 Agenda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9D703B-A26C-AA4B-721F-98B3577A7D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7339" y="965299"/>
            <a:ext cx="9553860" cy="484539"/>
          </a:xfrm>
        </p:spPr>
        <p:txBody>
          <a:bodyPr anchor="ctr">
            <a:noAutofit/>
          </a:bodyPr>
          <a:lstStyle>
            <a:lvl1pPr>
              <a:defRPr sz="3200" baseline="0">
                <a:solidFill>
                  <a:schemeClr val="tx1"/>
                </a:solidFill>
              </a:defRPr>
            </a:lvl1pPr>
          </a:lstStyle>
          <a:p>
            <a:r>
              <a:rPr kumimoji="1" lang="en-US" dirty="0"/>
              <a:t>Click to add Agenda title</a:t>
            </a:r>
          </a:p>
        </p:txBody>
      </p:sp>
      <p:sp>
        <p:nvSpPr>
          <p:cNvPr id="17" name="Footer Placeholder 13">
            <a:extLst>
              <a:ext uri="{FF2B5EF4-FFF2-40B4-BE49-F238E27FC236}">
                <a16:creationId xmlns:a16="http://schemas.microsoft.com/office/drawing/2014/main" id="{D4A736CE-C3F3-45E5-5C95-F63B037EE1B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92047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8" name="Slide Number Placeholder 14">
            <a:extLst>
              <a:ext uri="{FF2B5EF4-FFF2-40B4-BE49-F238E27FC236}">
                <a16:creationId xmlns:a16="http://schemas.microsoft.com/office/drawing/2014/main" id="{2D1971B4-BEF3-6A3D-2684-80F55435252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5659" y="6544221"/>
            <a:ext cx="398965" cy="1616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75A9694B-06AA-3867-8398-B4ED3EEC12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F09B39-FD64-4EA0-0F15-630F7903380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67339" y="1786269"/>
            <a:ext cx="9553860" cy="4522455"/>
          </a:xfrm>
        </p:spPr>
        <p:txBody>
          <a:bodyPr/>
          <a:lstStyle>
            <a:lvl1pPr marL="457200" indent="-457200">
              <a:buFont typeface="+mj-lt"/>
              <a:buAutoNum type="arabicPeriod"/>
              <a:defRPr sz="2400" baseline="0">
                <a:solidFill>
                  <a:schemeClr val="tx1"/>
                </a:solidFill>
              </a:defRPr>
            </a:lvl1pPr>
            <a:lvl2pPr marL="914400" indent="-457200">
              <a:buFont typeface="+mj-lt"/>
              <a:buAutoNum type="arabicPeriod"/>
              <a:defRPr sz="2000" baseline="0">
                <a:solidFill>
                  <a:schemeClr val="tx1"/>
                </a:solidFill>
              </a:defRPr>
            </a:lvl2pPr>
            <a:lvl3pPr marL="1257300" indent="-342900">
              <a:buFont typeface="+mj-lt"/>
              <a:buAutoNum type="arabicPeriod"/>
              <a:defRPr sz="1800" baseline="0">
                <a:solidFill>
                  <a:schemeClr val="tx1"/>
                </a:solidFill>
              </a:defRPr>
            </a:lvl3pPr>
            <a:lvl4pPr marL="1714500" indent="-342900">
              <a:buFont typeface="+mj-lt"/>
              <a:buAutoNum type="arabicPeriod"/>
              <a:defRPr sz="1600" baseline="0">
                <a:solidFill>
                  <a:schemeClr val="tx1"/>
                </a:solidFill>
              </a:defRPr>
            </a:lvl4pPr>
            <a:lvl5pPr marL="2057400" indent="-228600">
              <a:buFont typeface="+mj-lt"/>
              <a:buAutoNum type="arabicPeriod"/>
              <a:defRPr sz="140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en-US" dirty="0"/>
              <a:t>Click to add Agenda item</a:t>
            </a:r>
          </a:p>
          <a:p>
            <a:pPr lvl="1"/>
            <a:r>
              <a:rPr kumimoji="1" lang="en-US" dirty="0"/>
              <a:t>Second level</a:t>
            </a:r>
          </a:p>
          <a:p>
            <a:pPr lvl="2"/>
            <a:r>
              <a:rPr kumimoji="1" lang="en-US" dirty="0"/>
              <a:t>Third level</a:t>
            </a:r>
          </a:p>
          <a:p>
            <a:pPr lvl="3"/>
            <a:r>
              <a:rPr kumimoji="1" lang="en-US" dirty="0"/>
              <a:t>Fourth level</a:t>
            </a:r>
          </a:p>
          <a:p>
            <a:pPr lvl="4"/>
            <a:r>
              <a:rPr kumimoji="1" lang="en-US" dirty="0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B277CB5-F0F0-EEF9-F805-A90C3ECBB4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>
            <a:off x="958090" y="523502"/>
            <a:ext cx="680764" cy="134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0071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2 Agenda - Solid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3CBD91D-A9CC-6F48-9244-93D6AF1AD5F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B9D703B-A26C-AA4B-721F-98B3577A7D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7339" y="965300"/>
            <a:ext cx="9553860" cy="484539"/>
          </a:xfrm>
        </p:spPr>
        <p:txBody>
          <a:bodyPr anchor="ctr">
            <a:noAutofit/>
          </a:bodyPr>
          <a:lstStyle>
            <a:lvl1pPr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kumimoji="1" lang="en-US" dirty="0"/>
              <a:t>Click to add Agenda title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0AB1A9-D07B-17AD-A143-2BCB634DE64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67339" y="1775637"/>
            <a:ext cx="9553860" cy="4533088"/>
          </a:xfrm>
        </p:spPr>
        <p:txBody>
          <a:bodyPr/>
          <a:lstStyle>
            <a:lvl1pPr marL="457200" indent="-457200">
              <a:buFont typeface="+mj-lt"/>
              <a:buAutoNum type="arabicPeriod"/>
              <a:defRPr sz="2400" baseline="0">
                <a:solidFill>
                  <a:schemeClr val="bg1"/>
                </a:solidFill>
              </a:defRPr>
            </a:lvl1pPr>
            <a:lvl2pPr marL="914400" indent="-457200">
              <a:buFont typeface="+mj-lt"/>
              <a:buAutoNum type="arabicPeriod"/>
              <a:defRPr sz="2000" baseline="0">
                <a:solidFill>
                  <a:schemeClr val="bg1"/>
                </a:solidFill>
              </a:defRPr>
            </a:lvl2pPr>
            <a:lvl3pPr marL="1257300" indent="-342900">
              <a:buFont typeface="+mj-lt"/>
              <a:buAutoNum type="arabicPeriod"/>
              <a:defRPr sz="1800" baseline="0">
                <a:solidFill>
                  <a:schemeClr val="bg1"/>
                </a:solidFill>
              </a:defRPr>
            </a:lvl3pPr>
            <a:lvl4pPr marL="1714500" indent="-342900">
              <a:buFont typeface="+mj-lt"/>
              <a:buAutoNum type="arabicPeriod"/>
              <a:defRPr sz="1600" baseline="0">
                <a:solidFill>
                  <a:schemeClr val="bg1"/>
                </a:solidFill>
              </a:defRPr>
            </a:lvl4pPr>
            <a:lvl5pPr marL="2057400" indent="-228600">
              <a:buFont typeface="+mj-lt"/>
              <a:buAutoNum type="arabicPeriod"/>
              <a:defRPr sz="14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dirty="0"/>
              <a:t>Click to add Agenda item</a:t>
            </a:r>
          </a:p>
          <a:p>
            <a:pPr lvl="1"/>
            <a:r>
              <a:rPr kumimoji="1" lang="en-US" dirty="0"/>
              <a:t>Second level</a:t>
            </a:r>
          </a:p>
          <a:p>
            <a:pPr lvl="2"/>
            <a:r>
              <a:rPr kumimoji="1" lang="en-US" dirty="0"/>
              <a:t>Third level</a:t>
            </a:r>
          </a:p>
          <a:p>
            <a:pPr lvl="3"/>
            <a:r>
              <a:rPr kumimoji="1" lang="en-US" dirty="0"/>
              <a:t>Fourth level</a:t>
            </a:r>
          </a:p>
          <a:p>
            <a:pPr lvl="4"/>
            <a:r>
              <a:rPr kumimoji="1" lang="en-US" dirty="0"/>
              <a:t>Fifth level</a:t>
            </a:r>
          </a:p>
        </p:txBody>
      </p:sp>
      <p:sp>
        <p:nvSpPr>
          <p:cNvPr id="17" name="Footer Placeholder 13">
            <a:extLst>
              <a:ext uri="{FF2B5EF4-FFF2-40B4-BE49-F238E27FC236}">
                <a16:creationId xmlns:a16="http://schemas.microsoft.com/office/drawing/2014/main" id="{D4A736CE-C3F3-45E5-5C95-F63B037EE1B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92047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8" name="Slide Number Placeholder 14">
            <a:extLst>
              <a:ext uri="{FF2B5EF4-FFF2-40B4-BE49-F238E27FC236}">
                <a16:creationId xmlns:a16="http://schemas.microsoft.com/office/drawing/2014/main" id="{2D1971B4-BEF3-6A3D-2684-80F55435252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5659" y="6544221"/>
            <a:ext cx="39896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A4734A30-83C4-5C42-216C-B01761088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528A305-F2F0-13D2-B501-81262726D7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>
            <a:off x="958090" y="523503"/>
            <a:ext cx="680764" cy="134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7526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3 Agenda - Solid Blue &amp; Diamo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3CBD91D-A9CC-6F48-9244-93D6AF1AD5F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7" name="Footer Placeholder 13">
            <a:extLst>
              <a:ext uri="{FF2B5EF4-FFF2-40B4-BE49-F238E27FC236}">
                <a16:creationId xmlns:a16="http://schemas.microsoft.com/office/drawing/2014/main" id="{D4A736CE-C3F3-45E5-5C95-F63B037EE1B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92047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8" name="Slide Number Placeholder 14">
            <a:extLst>
              <a:ext uri="{FF2B5EF4-FFF2-40B4-BE49-F238E27FC236}">
                <a16:creationId xmlns:a16="http://schemas.microsoft.com/office/drawing/2014/main" id="{2D1971B4-BEF3-6A3D-2684-80F55435252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5659" y="6544221"/>
            <a:ext cx="39896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96ABA89-4FA3-BA81-7A41-FE1C2D32D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1711" b="21415"/>
          <a:stretch>
            <a:fillRect/>
          </a:stretch>
        </p:blipFill>
        <p:spPr>
          <a:xfrm>
            <a:off x="5370416" y="0"/>
            <a:ext cx="6821584" cy="6858000"/>
          </a:xfrm>
          <a:custGeom>
            <a:avLst/>
            <a:gdLst>
              <a:gd name="connsiteX0" fmla="*/ 0 w 6821584"/>
              <a:gd name="connsiteY0" fmla="*/ 0 h 6858000"/>
              <a:gd name="connsiteX1" fmla="*/ 6821584 w 6821584"/>
              <a:gd name="connsiteY1" fmla="*/ 0 h 6858000"/>
              <a:gd name="connsiteX2" fmla="*/ 6821584 w 6821584"/>
              <a:gd name="connsiteY2" fmla="*/ 6858000 h 6858000"/>
              <a:gd name="connsiteX3" fmla="*/ 0 w 682158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1584" h="6858000">
                <a:moveTo>
                  <a:pt x="0" y="0"/>
                </a:moveTo>
                <a:lnTo>
                  <a:pt x="6821584" y="0"/>
                </a:lnTo>
                <a:lnTo>
                  <a:pt x="682158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6AEB08BA-CB45-BB08-5C7A-ECF8E53B1B0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65168B00-FFB9-2859-964C-3C16C17CAB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" r="27"/>
          <a:stretch/>
        </p:blipFill>
        <p:spPr>
          <a:xfrm>
            <a:off x="958090" y="523503"/>
            <a:ext cx="680764" cy="134060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B9D703B-A26C-AA4B-721F-98B3577A7D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7340" y="965300"/>
            <a:ext cx="9553860" cy="484539"/>
          </a:xfrm>
        </p:spPr>
        <p:txBody>
          <a:bodyPr anchor="ctr">
            <a:noAutofit/>
          </a:bodyPr>
          <a:lstStyle>
            <a:lvl1pPr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kumimoji="1" lang="en-US" dirty="0"/>
              <a:t>Click to add Agenda title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0AB1A9-D07B-17AD-A143-2BCB634DE64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67340" y="1765005"/>
            <a:ext cx="9553860" cy="4520385"/>
          </a:xfrm>
        </p:spPr>
        <p:txBody>
          <a:bodyPr/>
          <a:lstStyle>
            <a:lvl1pPr marL="457200" indent="-457200">
              <a:buFont typeface="+mj-lt"/>
              <a:buAutoNum type="arabicPeriod"/>
              <a:defRPr sz="2400" baseline="0">
                <a:solidFill>
                  <a:schemeClr val="bg1"/>
                </a:solidFill>
              </a:defRPr>
            </a:lvl1pPr>
            <a:lvl2pPr marL="914400" indent="-457200">
              <a:buFont typeface="+mj-lt"/>
              <a:buAutoNum type="arabicPeriod"/>
              <a:defRPr sz="2000" baseline="0">
                <a:solidFill>
                  <a:schemeClr val="bg1"/>
                </a:solidFill>
              </a:defRPr>
            </a:lvl2pPr>
            <a:lvl3pPr marL="1257300" indent="-342900">
              <a:buFont typeface="+mj-lt"/>
              <a:buAutoNum type="arabicPeriod"/>
              <a:defRPr sz="1800" baseline="0">
                <a:solidFill>
                  <a:schemeClr val="bg1"/>
                </a:solidFill>
              </a:defRPr>
            </a:lvl3pPr>
            <a:lvl4pPr marL="1714500" indent="-342900">
              <a:buFont typeface="+mj-lt"/>
              <a:buAutoNum type="arabicPeriod"/>
              <a:defRPr sz="1600" baseline="0">
                <a:solidFill>
                  <a:schemeClr val="bg1"/>
                </a:solidFill>
              </a:defRPr>
            </a:lvl4pPr>
            <a:lvl5pPr marL="2057400" indent="-228600">
              <a:buFont typeface="+mj-lt"/>
              <a:buAutoNum type="arabicPeriod"/>
              <a:defRPr sz="14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dirty="0"/>
              <a:t>Click to add Agenda item</a:t>
            </a:r>
          </a:p>
          <a:p>
            <a:pPr lvl="1"/>
            <a:r>
              <a:rPr kumimoji="1" lang="en-US" dirty="0"/>
              <a:t>Second level</a:t>
            </a:r>
          </a:p>
          <a:p>
            <a:pPr lvl="2"/>
            <a:r>
              <a:rPr kumimoji="1" lang="en-US" dirty="0"/>
              <a:t>Third level</a:t>
            </a:r>
          </a:p>
          <a:p>
            <a:pPr lvl="3"/>
            <a:r>
              <a:rPr kumimoji="1" lang="en-US" dirty="0"/>
              <a:t>Fourth level</a:t>
            </a:r>
          </a:p>
          <a:p>
            <a:pPr lvl="4"/>
            <a:r>
              <a:rPr kumimoji="1"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393323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1_Chapter - Solid Blue &amp; Diamo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613779C5-FCB4-C11E-352D-6229E4D00FD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2C8C4B-C177-89CF-685B-CF45D9C32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1711" b="21415"/>
          <a:stretch>
            <a:fillRect/>
          </a:stretch>
        </p:blipFill>
        <p:spPr>
          <a:xfrm>
            <a:off x="5370416" y="0"/>
            <a:ext cx="6821584" cy="6858000"/>
          </a:xfrm>
          <a:custGeom>
            <a:avLst/>
            <a:gdLst>
              <a:gd name="connsiteX0" fmla="*/ 0 w 6821584"/>
              <a:gd name="connsiteY0" fmla="*/ 0 h 6858000"/>
              <a:gd name="connsiteX1" fmla="*/ 6821584 w 6821584"/>
              <a:gd name="connsiteY1" fmla="*/ 0 h 6858000"/>
              <a:gd name="connsiteX2" fmla="*/ 6821584 w 6821584"/>
              <a:gd name="connsiteY2" fmla="*/ 6858000 h 6858000"/>
              <a:gd name="connsiteX3" fmla="*/ 0 w 682158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1584" h="6858000">
                <a:moveTo>
                  <a:pt x="0" y="0"/>
                </a:moveTo>
                <a:lnTo>
                  <a:pt x="6821584" y="0"/>
                </a:lnTo>
                <a:lnTo>
                  <a:pt x="682158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DC204BBA-1CD3-A57C-5B4E-56E0E758D6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 rot="5400000">
            <a:off x="917296" y="272730"/>
            <a:ext cx="680764" cy="1340607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F0FB66-3A07-8C70-5D23-2B8F5A7671E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7375" y="1686081"/>
            <a:ext cx="11017250" cy="3010253"/>
          </a:xfrm>
        </p:spPr>
        <p:txBody>
          <a:bodyPr anchor="t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Chapter title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3673262F-56CB-7C61-67DD-4BC253A68C5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54220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1_Chapter - Blue &amp; Diamo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984CF1D5-5D3B-77B5-AF10-809DBCB510B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60000">
                <a:srgbClr val="106FFF"/>
              </a:gs>
              <a:gs pos="17000">
                <a:schemeClr val="accent2"/>
              </a:gs>
              <a:gs pos="35000">
                <a:srgbClr val="2230FE"/>
              </a:gs>
              <a:gs pos="0">
                <a:srgbClr val="0046AD"/>
              </a:gs>
              <a:gs pos="95000">
                <a:srgbClr val="2DC1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27DCDF-039B-CECF-1431-5D39BA9889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1711" b="21415"/>
          <a:stretch>
            <a:fillRect/>
          </a:stretch>
        </p:blipFill>
        <p:spPr>
          <a:xfrm>
            <a:off x="5370416" y="0"/>
            <a:ext cx="6821584" cy="6858000"/>
          </a:xfrm>
          <a:custGeom>
            <a:avLst/>
            <a:gdLst>
              <a:gd name="connsiteX0" fmla="*/ 0 w 6821584"/>
              <a:gd name="connsiteY0" fmla="*/ 0 h 6858000"/>
              <a:gd name="connsiteX1" fmla="*/ 6821584 w 6821584"/>
              <a:gd name="connsiteY1" fmla="*/ 0 h 6858000"/>
              <a:gd name="connsiteX2" fmla="*/ 6821584 w 6821584"/>
              <a:gd name="connsiteY2" fmla="*/ 6858000 h 6858000"/>
              <a:gd name="connsiteX3" fmla="*/ 0 w 682158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1584" h="6858000">
                <a:moveTo>
                  <a:pt x="0" y="0"/>
                </a:moveTo>
                <a:lnTo>
                  <a:pt x="6821584" y="0"/>
                </a:lnTo>
                <a:lnTo>
                  <a:pt x="682158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8D9DDD26-2AF8-B1CA-3A74-883983087A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 rot="5400000">
            <a:off x="917296" y="272730"/>
            <a:ext cx="680764" cy="1340607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F92C281-AEE0-8ABD-58CA-0A43CF9686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7375" y="1686081"/>
            <a:ext cx="11017250" cy="3010253"/>
          </a:xfrm>
        </p:spPr>
        <p:txBody>
          <a:bodyPr anchor="t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Chapter title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FEA8E885-9BA5-9F07-A15A-22C0D60D74D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2687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3_Chapter - Purple &amp; Diamo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613779C5-FCB4-C11E-352D-6229E4D00FD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9025">
                <a:schemeClr val="accent2"/>
              </a:gs>
              <a:gs pos="15000">
                <a:schemeClr val="accent2"/>
              </a:gs>
              <a:gs pos="0">
                <a:srgbClr val="0046AD"/>
              </a:gs>
              <a:gs pos="95000">
                <a:srgbClr val="C919F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70AA8E-50D7-D377-BCF9-EDB061E8E5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1711" b="21415"/>
          <a:stretch>
            <a:fillRect/>
          </a:stretch>
        </p:blipFill>
        <p:spPr>
          <a:xfrm>
            <a:off x="5370416" y="0"/>
            <a:ext cx="6821584" cy="6858000"/>
          </a:xfrm>
          <a:custGeom>
            <a:avLst/>
            <a:gdLst>
              <a:gd name="connsiteX0" fmla="*/ 0 w 6821584"/>
              <a:gd name="connsiteY0" fmla="*/ 0 h 6858000"/>
              <a:gd name="connsiteX1" fmla="*/ 6821584 w 6821584"/>
              <a:gd name="connsiteY1" fmla="*/ 0 h 6858000"/>
              <a:gd name="connsiteX2" fmla="*/ 6821584 w 6821584"/>
              <a:gd name="connsiteY2" fmla="*/ 6858000 h 6858000"/>
              <a:gd name="connsiteX3" fmla="*/ 0 w 682158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1584" h="6858000">
                <a:moveTo>
                  <a:pt x="0" y="0"/>
                </a:moveTo>
                <a:lnTo>
                  <a:pt x="6821584" y="0"/>
                </a:lnTo>
                <a:lnTo>
                  <a:pt x="682158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DC204BBA-1CD3-A57C-5B4E-56E0E758D6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 rot="5400000">
            <a:off x="917296" y="272730"/>
            <a:ext cx="680764" cy="1340607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F0FB66-3A07-8C70-5D23-2B8F5A7671E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7375" y="1686081"/>
            <a:ext cx="11017250" cy="3010253"/>
          </a:xfrm>
        </p:spPr>
        <p:txBody>
          <a:bodyPr anchor="t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Chapter title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3673262F-56CB-7C61-67DD-4BC253A68C5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482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4_Chapter - Green &amp; Diamo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5">
            <a:extLst>
              <a:ext uri="{FF2B5EF4-FFF2-40B4-BE49-F238E27FC236}">
                <a16:creationId xmlns:a16="http://schemas.microsoft.com/office/drawing/2014/main" id="{FEA35436-1892-0F20-1564-0D2B21FBBD2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7000">
                <a:srgbClr val="095DFF"/>
              </a:gs>
              <a:gs pos="55000">
                <a:srgbClr val="0087FF"/>
              </a:gs>
              <a:gs pos="15000">
                <a:srgbClr val="2230FE"/>
              </a:gs>
              <a:gs pos="0">
                <a:srgbClr val="0046AD"/>
              </a:gs>
              <a:gs pos="95000">
                <a:srgbClr val="26DE7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210B0A-EEC5-46EE-D174-7A304B1EC2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1711" b="21415"/>
          <a:stretch>
            <a:fillRect/>
          </a:stretch>
        </p:blipFill>
        <p:spPr>
          <a:xfrm>
            <a:off x="5370416" y="0"/>
            <a:ext cx="6821584" cy="6858000"/>
          </a:xfrm>
          <a:custGeom>
            <a:avLst/>
            <a:gdLst>
              <a:gd name="connsiteX0" fmla="*/ 0 w 6821584"/>
              <a:gd name="connsiteY0" fmla="*/ 0 h 6858000"/>
              <a:gd name="connsiteX1" fmla="*/ 6821584 w 6821584"/>
              <a:gd name="connsiteY1" fmla="*/ 0 h 6858000"/>
              <a:gd name="connsiteX2" fmla="*/ 6821584 w 6821584"/>
              <a:gd name="connsiteY2" fmla="*/ 6858000 h 6858000"/>
              <a:gd name="connsiteX3" fmla="*/ 0 w 682158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1584" h="6858000">
                <a:moveTo>
                  <a:pt x="0" y="0"/>
                </a:moveTo>
                <a:lnTo>
                  <a:pt x="6821584" y="0"/>
                </a:lnTo>
                <a:lnTo>
                  <a:pt x="682158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7F5C7C94-6DD8-C036-FBC0-74DD6E839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 rot="5400000">
            <a:off x="917296" y="272730"/>
            <a:ext cx="680764" cy="1340607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A7852B-52CE-F060-9995-6F2D721D1AE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7375" y="1686081"/>
            <a:ext cx="11017250" cy="3010253"/>
          </a:xfrm>
        </p:spPr>
        <p:txBody>
          <a:bodyPr anchor="t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Chapter title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9FC37F60-617F-1A21-42C9-9DB6208DD33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1142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5_Chapter - Purple &amp; Diamond Img.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3">
            <a:extLst>
              <a:ext uri="{FF2B5EF4-FFF2-40B4-BE49-F238E27FC236}">
                <a16:creationId xmlns:a16="http://schemas.microsoft.com/office/drawing/2014/main" id="{BCC874CC-607C-CD8C-C525-71B83254CDF7}"/>
              </a:ext>
            </a:extLst>
          </p:cNvPr>
          <p:cNvSpPr/>
          <p:nvPr userDrawn="1"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94C234B9-6A7C-A69D-ACEB-01A8B7CF19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6012" r="49616"/>
          <a:stretch>
            <a:fillRect/>
          </a:stretch>
        </p:blipFill>
        <p:spPr>
          <a:xfrm>
            <a:off x="1669091" y="0"/>
            <a:ext cx="4426909" cy="6858000"/>
          </a:xfrm>
          <a:prstGeom prst="rect">
            <a:avLst/>
          </a:prstGeom>
        </p:spPr>
      </p:pic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1834B3E4-28E1-F62C-8030-9014B8C823B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096000" y="0"/>
            <a:ext cx="6096000" cy="6858000"/>
          </a:xfrm>
          <a:solidFill>
            <a:schemeClr val="bg2"/>
          </a:solidFill>
        </p:spPr>
        <p:txBody>
          <a:bodyPr/>
          <a:lstStyle>
            <a:lvl1pPr marL="0" indent="0" algn="l">
              <a:buFontTx/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Insert picture</a:t>
            </a:r>
          </a:p>
          <a:p>
            <a:endParaRPr kumimoji="1"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3">
            <a:extLst>
              <a:ext uri="{FF2B5EF4-FFF2-40B4-BE49-F238E27FC236}">
                <a16:creationId xmlns:a16="http://schemas.microsoft.com/office/drawing/2014/main" id="{47F925D9-EBEA-9DB9-AA7B-62C44BBA2C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 rot="5400000">
            <a:off x="917296" y="272730"/>
            <a:ext cx="680764" cy="1340607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62A6959-81CA-DC59-0CD6-2ABE244374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7375" y="1686081"/>
            <a:ext cx="5184775" cy="3010253"/>
          </a:xfrm>
        </p:spPr>
        <p:txBody>
          <a:bodyPr anchor="t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Chapter title</a:t>
            </a:r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830B94EB-EE23-60E1-474C-8FB52E625F2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546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6_Chapter - Blue &amp; Diamond Img.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092166C7-A48B-C12A-855D-3C1D6ACD85A0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>
            <a:gsLst>
              <a:gs pos="60000">
                <a:srgbClr val="106FFF"/>
              </a:gs>
              <a:gs pos="17000">
                <a:schemeClr val="accent2"/>
              </a:gs>
              <a:gs pos="35000">
                <a:srgbClr val="2230FE"/>
              </a:gs>
              <a:gs pos="0">
                <a:srgbClr val="0046AD"/>
              </a:gs>
              <a:gs pos="95000">
                <a:srgbClr val="2DC1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図プレースホルダー 4">
            <a:extLst>
              <a:ext uri="{FF2B5EF4-FFF2-40B4-BE49-F238E27FC236}">
                <a16:creationId xmlns:a16="http://schemas.microsoft.com/office/drawing/2014/main" id="{6B479A4B-CDC6-05C2-9163-C9B01EA3E2C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096000" y="0"/>
            <a:ext cx="6096000" cy="6858000"/>
          </a:xfrm>
          <a:solidFill>
            <a:schemeClr val="bg2"/>
          </a:solidFill>
        </p:spPr>
        <p:txBody>
          <a:bodyPr/>
          <a:lstStyle>
            <a:lvl1pPr marL="0" indent="0" algn="ctr">
              <a:buFontTx/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Insert picture</a:t>
            </a:r>
          </a:p>
          <a:p>
            <a:endParaRPr kumimoji="1"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3F3DFDB9-D6A4-B131-C2D7-84272C7103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6012" r="49616"/>
          <a:stretch>
            <a:fillRect/>
          </a:stretch>
        </p:blipFill>
        <p:spPr>
          <a:xfrm>
            <a:off x="1669091" y="0"/>
            <a:ext cx="4426909" cy="6858000"/>
          </a:xfrm>
          <a:prstGeom prst="rect">
            <a:avLst/>
          </a:prstGeom>
        </p:spPr>
      </p:pic>
      <p:pic>
        <p:nvPicPr>
          <p:cNvPr id="12" name="Graphic 3">
            <a:extLst>
              <a:ext uri="{FF2B5EF4-FFF2-40B4-BE49-F238E27FC236}">
                <a16:creationId xmlns:a16="http://schemas.microsoft.com/office/drawing/2014/main" id="{2CDD604E-232E-8D7A-03CF-C2FED3496A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 rot="5400000">
            <a:off x="917296" y="272730"/>
            <a:ext cx="680764" cy="1340607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C730B2FD-F78F-2129-3FF1-D3DA2B3E32C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7375" y="1686081"/>
            <a:ext cx="5184775" cy="3010253"/>
          </a:xfrm>
        </p:spPr>
        <p:txBody>
          <a:bodyPr anchor="t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Chapter title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8FC20A5E-1D0E-36F0-7338-2BEFAC1B495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2073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-7_Chapter - Purple &amp; Diamond Img.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3">
            <a:extLst>
              <a:ext uri="{FF2B5EF4-FFF2-40B4-BE49-F238E27FC236}">
                <a16:creationId xmlns:a16="http://schemas.microsoft.com/office/drawing/2014/main" id="{BCC874CC-607C-CD8C-C525-71B83254CDF7}"/>
              </a:ext>
            </a:extLst>
          </p:cNvPr>
          <p:cNvSpPr/>
          <p:nvPr userDrawn="1"/>
        </p:nvSpPr>
        <p:spPr>
          <a:xfrm>
            <a:off x="0" y="0"/>
            <a:ext cx="6095999" cy="6858000"/>
          </a:xfrm>
          <a:prstGeom prst="rect">
            <a:avLst/>
          </a:prstGeom>
          <a:gradFill>
            <a:gsLst>
              <a:gs pos="29025">
                <a:schemeClr val="accent2"/>
              </a:gs>
              <a:gs pos="15000">
                <a:schemeClr val="accent2"/>
              </a:gs>
              <a:gs pos="0">
                <a:srgbClr val="0046AD"/>
              </a:gs>
              <a:gs pos="95000">
                <a:srgbClr val="C919F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94C234B9-6A7C-A69D-ACEB-01A8B7CF19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6012" r="49616"/>
          <a:stretch>
            <a:fillRect/>
          </a:stretch>
        </p:blipFill>
        <p:spPr>
          <a:xfrm>
            <a:off x="1669091" y="0"/>
            <a:ext cx="4426909" cy="6858000"/>
          </a:xfrm>
          <a:prstGeom prst="rect">
            <a:avLst/>
          </a:prstGeom>
        </p:spPr>
      </p:pic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1834B3E4-28E1-F62C-8030-9014B8C823B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096000" y="0"/>
            <a:ext cx="6096000" cy="6858000"/>
          </a:xfrm>
          <a:solidFill>
            <a:schemeClr val="bg2"/>
          </a:solidFill>
        </p:spPr>
        <p:txBody>
          <a:bodyPr/>
          <a:lstStyle>
            <a:lvl1pPr marL="0" indent="0" algn="ctr">
              <a:buFontTx/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Insert picture</a:t>
            </a:r>
          </a:p>
          <a:p>
            <a:endParaRPr kumimoji="1"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3">
            <a:extLst>
              <a:ext uri="{FF2B5EF4-FFF2-40B4-BE49-F238E27FC236}">
                <a16:creationId xmlns:a16="http://schemas.microsoft.com/office/drawing/2014/main" id="{47F925D9-EBEA-9DB9-AA7B-62C44BBA2C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 rot="5400000">
            <a:off x="917296" y="272730"/>
            <a:ext cx="680764" cy="1340607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62A6959-81CA-DC59-0CD6-2ABE244374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7375" y="1686081"/>
            <a:ext cx="5184775" cy="3010253"/>
          </a:xfrm>
        </p:spPr>
        <p:txBody>
          <a:bodyPr anchor="t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Chapter title</a:t>
            </a:r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830B94EB-EE23-60E1-474C-8FB52E625F2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00740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8_Chapter - Green &amp; Diamond Img.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5">
            <a:extLst>
              <a:ext uri="{FF2B5EF4-FFF2-40B4-BE49-F238E27FC236}">
                <a16:creationId xmlns:a16="http://schemas.microsoft.com/office/drawing/2014/main" id="{293B7CA4-8EAB-6FDB-5FB2-CD5079BC1C62}"/>
              </a:ext>
            </a:extLst>
          </p:cNvPr>
          <p:cNvSpPr/>
          <p:nvPr userDrawn="1"/>
        </p:nvSpPr>
        <p:spPr>
          <a:xfrm>
            <a:off x="0" y="0"/>
            <a:ext cx="6095999" cy="6858000"/>
          </a:xfrm>
          <a:prstGeom prst="rect">
            <a:avLst/>
          </a:prstGeom>
          <a:gradFill>
            <a:gsLst>
              <a:gs pos="60000">
                <a:srgbClr val="0087FF"/>
              </a:gs>
              <a:gs pos="15000">
                <a:srgbClr val="2230FE"/>
              </a:gs>
              <a:gs pos="0">
                <a:srgbClr val="0046AD"/>
              </a:gs>
              <a:gs pos="40000">
                <a:srgbClr val="0B52FF"/>
              </a:gs>
              <a:gs pos="95000">
                <a:srgbClr val="26DE7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図プレースホルダー 4">
            <a:extLst>
              <a:ext uri="{FF2B5EF4-FFF2-40B4-BE49-F238E27FC236}">
                <a16:creationId xmlns:a16="http://schemas.microsoft.com/office/drawing/2014/main" id="{35D8564B-9B56-394E-DF9E-C5EECE9F4EB1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096000" y="0"/>
            <a:ext cx="6096000" cy="6858000"/>
          </a:xfrm>
          <a:solidFill>
            <a:schemeClr val="bg2"/>
          </a:solidFill>
        </p:spPr>
        <p:txBody>
          <a:bodyPr/>
          <a:lstStyle>
            <a:lvl1pPr marL="0" indent="0" algn="l">
              <a:buFontTx/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Insert picture</a:t>
            </a:r>
          </a:p>
          <a:p>
            <a:endParaRPr kumimoji="1"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157BA6D-E17A-52FF-3E82-03744B038D4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B993059-383A-4E40-2F88-6DC9707F1D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6012" r="49616"/>
          <a:stretch>
            <a:fillRect/>
          </a:stretch>
        </p:blipFill>
        <p:spPr>
          <a:xfrm>
            <a:off x="1669091" y="0"/>
            <a:ext cx="4426909" cy="6858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408E8B4E-AA6A-34FB-8ACB-9ACC3A1BDA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7" r="27"/>
          <a:stretch/>
        </p:blipFill>
        <p:spPr>
          <a:xfrm rot="5400000">
            <a:off x="917296" y="272730"/>
            <a:ext cx="680764" cy="134060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47BDCB3-D626-2C5D-2B84-B6DC267573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7375" y="1686081"/>
            <a:ext cx="5184775" cy="3010253"/>
          </a:xfrm>
        </p:spPr>
        <p:txBody>
          <a:bodyPr anchor="t" anchorCtr="0"/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Chapter title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681CA2E3-5F89-36EB-5CE0-A1DF4D6F158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695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1 Colored standard - Solid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1CE9078-0098-175C-BE71-CDE79982D6D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6BE3BC-81B3-E530-1E0F-0C26B5AFD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C7DFC8-1BC3-43DA-BCD5-916305E849D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AE3A3C9-C608-2087-F225-C2794EF0DD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E78CF30-4C17-56D3-EB40-E42B4A1937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821391A-BA33-0413-F703-AC35C7EFD3C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7374" y="1520824"/>
            <a:ext cx="11017250" cy="47529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8E0703A3-8222-EF81-8D85-F61F62679B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845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556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2 Colored standard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78F494E-1FB6-93A4-545C-0A1369A7C5A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60000">
                <a:srgbClr val="106FFF"/>
              </a:gs>
              <a:gs pos="17000">
                <a:schemeClr val="accent2"/>
              </a:gs>
              <a:gs pos="35000">
                <a:srgbClr val="2230FE"/>
              </a:gs>
              <a:gs pos="0">
                <a:srgbClr val="0046AD"/>
              </a:gs>
              <a:gs pos="95000">
                <a:srgbClr val="2DC1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6BE3BC-81B3-E530-1E0F-0C26B5AFD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C7DFC8-1BC3-43DA-BCD5-916305E849D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AE3A3C9-C608-2087-F225-C2794EF0DD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E78CF30-4C17-56D3-EB40-E42B4A1937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16E9BAF-1208-BD05-F437-5E37CC3B47A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7374" y="1520824"/>
            <a:ext cx="11017250" cy="47529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E36AB4FC-9BB1-65FD-B46E-6E40AB129B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0741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5564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3 Colored standard -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EE5815-F1E5-7779-2C4B-53E2E134B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9025">
                <a:schemeClr val="accent2"/>
              </a:gs>
              <a:gs pos="15000">
                <a:schemeClr val="accent2"/>
              </a:gs>
              <a:gs pos="0">
                <a:srgbClr val="0046AD"/>
              </a:gs>
              <a:gs pos="95000">
                <a:srgbClr val="C919F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6BE3BC-81B3-E530-1E0F-0C26B5AFD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C7DFC8-1BC3-43DA-BCD5-916305E849D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AE3A3C9-C608-2087-F225-C2794EF0DD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E78CF30-4C17-56D3-EB40-E42B4A1937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3A154A5-E59D-A167-08F5-7166E588DB0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7374" y="1520824"/>
            <a:ext cx="11017250" cy="47529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6D20FCD4-9EAE-2B94-F177-9782D0CC33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9672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556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4 Colored standard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50C6C37D-4E1A-47B7-D26D-CDB08F39A4B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5000">
                <a:srgbClr val="095DFF"/>
              </a:gs>
              <a:gs pos="55000">
                <a:srgbClr val="0087FF"/>
              </a:gs>
              <a:gs pos="15000">
                <a:srgbClr val="2230FE"/>
              </a:gs>
              <a:gs pos="0">
                <a:srgbClr val="0046AD"/>
              </a:gs>
              <a:gs pos="95000">
                <a:srgbClr val="26DE7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6BE3BC-81B3-E530-1E0F-0C26B5AFD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C7DFC8-1BC3-43DA-BCD5-916305E849D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AE3A3C9-C608-2087-F225-C2794EF0DD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E78CF30-4C17-56D3-EB40-E42B4A1937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F9A6220-5E3A-DD66-82DC-03DA83DD8E4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7374" y="1520824"/>
            <a:ext cx="11017250" cy="47529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67183F1E-859C-8512-0EDF-A56E38AE86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5" b="7075"/>
          <a:stretch/>
        </p:blipFill>
        <p:spPr>
          <a:xfrm>
            <a:off x="543572" y="6405163"/>
            <a:ext cx="2117496" cy="27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7727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5564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1 Impact slide - Blue tone Img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F0B457-A517-646B-5DB0-F1EE81695B0B}"/>
              </a:ext>
            </a:extLst>
          </p:cNvPr>
          <p:cNvSpPr/>
          <p:nvPr userDrawn="1"/>
        </p:nvSpPr>
        <p:spPr>
          <a:xfrm rot="5400000">
            <a:off x="2666999" y="-2666999"/>
            <a:ext cx="6858004" cy="12191998"/>
          </a:xfrm>
          <a:prstGeom prst="rect">
            <a:avLst/>
          </a:prstGeom>
          <a:gradFill>
            <a:gsLst>
              <a:gs pos="67000">
                <a:srgbClr val="106FFF"/>
              </a:gs>
              <a:gs pos="17000">
                <a:schemeClr val="accent2"/>
              </a:gs>
              <a:gs pos="41000">
                <a:srgbClr val="2230FE"/>
              </a:gs>
              <a:gs pos="0">
                <a:srgbClr val="0046AD"/>
              </a:gs>
              <a:gs pos="95000">
                <a:srgbClr val="2DC1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EB7D91DF-2644-FF2D-437E-BEEAABD3EAD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-3" y="-2"/>
            <a:ext cx="12192000" cy="6858000"/>
          </a:xfrm>
          <a:noFill/>
        </p:spPr>
        <p:txBody>
          <a:bodyPr tIns="864000" rIns="108000" anchor="ctr" anchorCtr="0"/>
          <a:lstStyle>
            <a:lvl1pPr marL="0" indent="0" algn="ctr">
              <a:buFontTx/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</a:t>
            </a:r>
            <a:br>
              <a:rPr lang="en-US" dirty="0"/>
            </a:br>
            <a:r>
              <a:rPr lang="en-US" altLang="ja-JP" dirty="0"/>
              <a:t>Change picture transparency for color toning effect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17534FC-2B7A-F2A0-C7DD-00F10CD7E9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FontTx/>
              <a:buNone/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C90F84-6418-2B9D-9740-D23912BBED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302E2B2F-2F59-314F-0A71-7BB133DB7E2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F5F9345-FF18-0949-B82C-EC7F31DA15B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BAF2FBA-2F6C-3B31-B065-73CF5894D976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94667501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2 Impact slide - Purple tone Img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>
            <a:extLst>
              <a:ext uri="{FF2B5EF4-FFF2-40B4-BE49-F238E27FC236}">
                <a16:creationId xmlns:a16="http://schemas.microsoft.com/office/drawing/2014/main" id="{424C96DF-5971-14FD-D508-7BBE104FC7EF}"/>
              </a:ext>
            </a:extLst>
          </p:cNvPr>
          <p:cNvSpPr/>
          <p:nvPr userDrawn="1"/>
        </p:nvSpPr>
        <p:spPr>
          <a:xfrm rot="5400000">
            <a:off x="2666999" y="-2666997"/>
            <a:ext cx="6858001" cy="12191999"/>
          </a:xfrm>
          <a:prstGeom prst="rect">
            <a:avLst/>
          </a:prstGeom>
          <a:gradFill>
            <a:gsLst>
              <a:gs pos="29025">
                <a:schemeClr val="accent2"/>
              </a:gs>
              <a:gs pos="15000">
                <a:schemeClr val="accent2"/>
              </a:gs>
              <a:gs pos="0">
                <a:srgbClr val="0046AD"/>
              </a:gs>
              <a:gs pos="95000">
                <a:srgbClr val="C919F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EB7D91DF-2644-FF2D-437E-BEEAABD3EAD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-3" y="0"/>
            <a:ext cx="12192000" cy="6858000"/>
          </a:xfrm>
          <a:noFill/>
        </p:spPr>
        <p:txBody>
          <a:bodyPr tIns="864000" rIns="108000" anchor="ctr" anchorCtr="0"/>
          <a:lstStyle>
            <a:lvl1pPr marL="0" indent="0" algn="ctr">
              <a:buFontTx/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</a:t>
            </a:r>
            <a:br>
              <a:rPr lang="en-US" dirty="0"/>
            </a:br>
            <a:r>
              <a:rPr lang="en-US" altLang="ja-JP" dirty="0"/>
              <a:t>Change picture transparency for color toning effect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17534FC-2B7A-F2A0-C7DD-00F10CD7E9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FontTx/>
              <a:buNone/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C90F84-6418-2B9D-9740-D23912BBED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302E2B2F-2F59-314F-0A71-7BB133DB7E2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F5F9345-FF18-0949-B82C-EC7F31DA15B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BAF2FBA-2F6C-3B31-B065-73CF5894D976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05111562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3 Impact slide - Green tone Img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6AE7E007-00FA-9145-77A1-1E6149890572}"/>
              </a:ext>
            </a:extLst>
          </p:cNvPr>
          <p:cNvSpPr/>
          <p:nvPr userDrawn="1"/>
        </p:nvSpPr>
        <p:spPr>
          <a:xfrm rot="5400000">
            <a:off x="2666997" y="-2668990"/>
            <a:ext cx="6858001" cy="12191997"/>
          </a:xfrm>
          <a:prstGeom prst="rect">
            <a:avLst/>
          </a:prstGeom>
          <a:gradFill>
            <a:gsLst>
              <a:gs pos="35000">
                <a:srgbClr val="095DFF"/>
              </a:gs>
              <a:gs pos="55000">
                <a:srgbClr val="0087FF"/>
              </a:gs>
              <a:gs pos="15000">
                <a:srgbClr val="2230FE"/>
              </a:gs>
              <a:gs pos="0">
                <a:srgbClr val="0046AD"/>
              </a:gs>
              <a:gs pos="95000">
                <a:srgbClr val="26DE7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EB7D91DF-2644-FF2D-437E-BEEAABD3EAD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-3" y="0"/>
            <a:ext cx="12192000" cy="6858000"/>
          </a:xfrm>
          <a:noFill/>
        </p:spPr>
        <p:txBody>
          <a:bodyPr tIns="864000" rIns="108000" anchor="ctr" anchorCtr="0"/>
          <a:lstStyle>
            <a:lvl1pPr marL="0" indent="0" algn="ctr">
              <a:buFontTx/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</a:t>
            </a:r>
            <a:br>
              <a:rPr lang="en-US" dirty="0"/>
            </a:br>
            <a:r>
              <a:rPr lang="en-US" altLang="ja-JP" dirty="0"/>
              <a:t>Change picture transparency for color toning effect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17534FC-2B7A-F2A0-C7DD-00F10CD7E9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152130"/>
            <a:ext cx="385894" cy="805481"/>
          </a:xfrm>
          <a:prstGeom prst="rightArrow">
            <a:avLst>
              <a:gd name="adj1" fmla="val 50000"/>
              <a:gd name="adj2" fmla="val 13944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FontTx/>
              <a:buNone/>
              <a:defRPr lang="en-US" sz="1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/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C90F84-6418-2B9D-9740-D23912BBED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302E2B2F-2F59-314F-0A71-7BB133DB7E2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F5F9345-FF18-0949-B82C-EC7F31DA15B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BAF2FBA-2F6C-3B31-B065-73CF5894D976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41408920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6-4 Impact slide Full Img. 1 s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B6E4E7-2CF0-E986-5CAF-0FEF9643A23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864000" anchor="ctr" anchorCtr="0"/>
          <a:lstStyle>
            <a:lvl1pPr marL="0" indent="0" algn="ctr">
              <a:buFontTx/>
              <a:buNone/>
              <a:defRPr sz="1400"/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0C470E1D-EB07-0853-3CAF-19F121EAE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01460" y="1848496"/>
            <a:ext cx="1422893" cy="280205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16" name="Slide Number Placeholder 14">
            <a:extLst>
              <a:ext uri="{FF2B5EF4-FFF2-40B4-BE49-F238E27FC236}">
                <a16:creationId xmlns:a16="http://schemas.microsoft.com/office/drawing/2014/main" id="{362BC536-CB85-FFFF-F331-37EF947080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5659" y="6544221"/>
            <a:ext cx="39896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EF0F5FD7-3476-8768-E5B4-6767164484F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92047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C66D7CF3-F035-1862-CC7D-AB5B8DDDA046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404216120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5 Impact slide Full 1mg. 1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B6E4E7-2CF0-E986-5CAF-0FEF9643A23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864000" anchor="ctr" anchorCtr="0"/>
          <a:lstStyle>
            <a:lvl1pPr marL="0" indent="0" algn="ctr">
              <a:buFontTx/>
              <a:buNone/>
              <a:defRPr sz="1400"/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0C470E1D-EB07-0853-3CAF-19F121EAE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5400000">
            <a:off x="5384553" y="831244"/>
            <a:ext cx="1422893" cy="280205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16" name="Slide Number Placeholder 14">
            <a:extLst>
              <a:ext uri="{FF2B5EF4-FFF2-40B4-BE49-F238E27FC236}">
                <a16:creationId xmlns:a16="http://schemas.microsoft.com/office/drawing/2014/main" id="{362BC536-CB85-FFFF-F331-37EF947080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5659" y="6544221"/>
            <a:ext cx="39896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EF0F5FD7-3476-8768-E5B4-6767164484F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92047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C66D7CF3-F035-1862-CC7D-AB5B8DDDA046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4284645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6 Impact slide Full Img. 2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B6E4E7-2CF0-E986-5CAF-0FEF9643A23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864000" anchor="ctr" anchorCtr="0"/>
          <a:lstStyle>
            <a:lvl1pPr marL="0" indent="0" algn="ctr">
              <a:buFontTx/>
              <a:buNone/>
              <a:defRPr sz="1400"/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17594FF-8F7F-195B-F671-27C456D03FE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5" name="Footer Placeholder 7">
            <a:extLst>
              <a:ext uri="{FF2B5EF4-FFF2-40B4-BE49-F238E27FC236}">
                <a16:creationId xmlns:a16="http://schemas.microsoft.com/office/drawing/2014/main" id="{0A0409E2-2795-18FF-8B8D-0B302EA0D83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92047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D59676F-01B6-273C-8F8A-B8774A843C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flipH="1">
            <a:off x="10753398" y="2527427"/>
            <a:ext cx="922665" cy="1816974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F3E4B67-CF85-08E3-C87B-B00FE06AA9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2527427"/>
            <a:ext cx="922665" cy="1816974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457F3AAA-B49E-D28C-7F35-0C8A5308B82F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13354562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7 Impact slide Full Img. 2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B6E4E7-2CF0-E986-5CAF-0FEF9643A23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864000" anchor="ctr" anchorCtr="0"/>
          <a:lstStyle>
            <a:lvl1pPr marL="0" indent="0" algn="ctr">
              <a:buFontTx/>
              <a:buNone/>
              <a:defRPr sz="1400"/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D59676F-01B6-273C-8F8A-B8774A843C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5400000" flipH="1">
            <a:off x="5650032" y="3692358"/>
            <a:ext cx="922665" cy="1816974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F3E4B67-CF85-08E3-C87B-B00FE06AA9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5400000">
            <a:off x="5650032" y="1274527"/>
            <a:ext cx="922665" cy="1816974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  <p:sp>
        <p:nvSpPr>
          <p:cNvPr id="19" name="Slide Number Placeholder 14">
            <a:extLst>
              <a:ext uri="{FF2B5EF4-FFF2-40B4-BE49-F238E27FC236}">
                <a16:creationId xmlns:a16="http://schemas.microsoft.com/office/drawing/2014/main" id="{C60474AB-C1F3-2763-E4F5-FF81F8A08D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5659" y="6544221"/>
            <a:ext cx="39896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Footer Placeholder 7">
            <a:extLst>
              <a:ext uri="{FF2B5EF4-FFF2-40B4-BE49-F238E27FC236}">
                <a16:creationId xmlns:a16="http://schemas.microsoft.com/office/drawing/2014/main" id="{2A77143D-5B23-405E-09E1-1DFB1973369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92047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EF0732FB-EC8F-20D3-9BDF-AD75C83E841A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818791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8 Impact slide Full img. No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B6E4E7-2CF0-E986-5CAF-0FEF9643A23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864000" anchor="ctr" anchorCtr="0"/>
          <a:lstStyle>
            <a:lvl1pPr marL="0" indent="0" algn="ctr">
              <a:buFontTx/>
              <a:buNone/>
              <a:defRPr sz="1400"/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16" name="Slide Number Placeholder 14">
            <a:extLst>
              <a:ext uri="{FF2B5EF4-FFF2-40B4-BE49-F238E27FC236}">
                <a16:creationId xmlns:a16="http://schemas.microsoft.com/office/drawing/2014/main" id="{362BC536-CB85-FFFF-F331-37EF947080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5659" y="6544221"/>
            <a:ext cx="39896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EF0F5FD7-3476-8768-E5B4-6767164484F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920474" y="6544221"/>
            <a:ext cx="6285185" cy="1616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C66D7CF3-F035-1862-CC7D-AB5B8DDDA046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541853" y="6384215"/>
            <a:ext cx="2119215" cy="323723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 marL="193675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2pPr>
            <a:lvl3pPr marL="412138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3pPr>
            <a:lvl4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4pPr>
            <a:lvl5pPr marL="414000" indent="0">
              <a:buFontTx/>
              <a:buNone/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73516485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7-2 End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BD360AB0-9CBD-B97C-F465-6194F7383E2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60000">
                <a:srgbClr val="106FFF"/>
              </a:gs>
              <a:gs pos="17000">
                <a:schemeClr val="accent2"/>
              </a:gs>
              <a:gs pos="35000">
                <a:srgbClr val="2230FE"/>
              </a:gs>
              <a:gs pos="0">
                <a:srgbClr val="0046AD"/>
              </a:gs>
              <a:gs pos="95000">
                <a:srgbClr val="2DC1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2" name="Graphic 5">
            <a:extLst>
              <a:ext uri="{FF2B5EF4-FFF2-40B4-BE49-F238E27FC236}">
                <a16:creationId xmlns:a16="http://schemas.microsoft.com/office/drawing/2014/main" id="{028DD3B7-CC57-478E-1E9C-6EF5093A5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2336" y="2791650"/>
            <a:ext cx="3556684" cy="129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7285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7-2 End -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">
            <a:extLst>
              <a:ext uri="{FF2B5EF4-FFF2-40B4-BE49-F238E27FC236}">
                <a16:creationId xmlns:a16="http://schemas.microsoft.com/office/drawing/2014/main" id="{B09A0785-DC8A-8389-90FF-3C1E668C3FE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9025">
                <a:schemeClr val="accent2"/>
              </a:gs>
              <a:gs pos="15000">
                <a:schemeClr val="accent2"/>
              </a:gs>
              <a:gs pos="0">
                <a:srgbClr val="0046AD"/>
              </a:gs>
              <a:gs pos="95000">
                <a:srgbClr val="C919F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3EABF24-5669-0CDD-7E43-106889485A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2336" y="2791650"/>
            <a:ext cx="3556684" cy="129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76854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7-3 End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>
            <a:extLst>
              <a:ext uri="{FF2B5EF4-FFF2-40B4-BE49-F238E27FC236}">
                <a16:creationId xmlns:a16="http://schemas.microsoft.com/office/drawing/2014/main" id="{53F5891C-AC72-1D5F-84FE-86FFD366EEF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5000">
                <a:srgbClr val="095DFF"/>
              </a:gs>
              <a:gs pos="55000">
                <a:srgbClr val="0087FF"/>
              </a:gs>
              <a:gs pos="15000">
                <a:srgbClr val="2230FE"/>
              </a:gs>
              <a:gs pos="0">
                <a:srgbClr val="0046AD"/>
              </a:gs>
              <a:gs pos="95000">
                <a:srgbClr val="26DE7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2" name="Graphic 5">
            <a:extLst>
              <a:ext uri="{FF2B5EF4-FFF2-40B4-BE49-F238E27FC236}">
                <a16:creationId xmlns:a16="http://schemas.microsoft.com/office/drawing/2014/main" id="{E45E1BC7-78E6-CC9D-788A-DDA60C0691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2336" y="2791650"/>
            <a:ext cx="3556684" cy="129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296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4 End - TDK Blue">
    <p:bg>
      <p:bgPr>
        <a:solidFill>
          <a:srgbClr val="0046A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4B40396-8070-AD66-585C-0F6C248403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9194" y="6544221"/>
            <a:ext cx="1441280" cy="16164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7DD57FDA-C3D7-4863-B8D2-E7422D6B54FE}" type="datetime1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49B3117-24B2-555F-E247-0B5C2FC3D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4E5F2BD-29E6-B962-1A6D-3371C2414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459091-8AF1-E319-E61E-60550C3339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0F452CD0-F828-E815-37B6-64A20DFA8D8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2336" y="2791650"/>
            <a:ext cx="3556684" cy="129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7038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5 End - White">
    <p:bg>
      <p:bgPr>
        <a:solidFill>
          <a:srgbClr val="0046A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4B40396-8070-AD66-585C-0F6C248403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9194" y="6544221"/>
            <a:ext cx="1441280" cy="16164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7DD57FDA-C3D7-4863-B8D2-E7422D6B54FE}" type="datetime1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49B3117-24B2-555F-E247-0B5C2FC3D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dirty="0"/>
              <a:t>©︎ TDK Corporation 2025 | Department | Document title |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4E5F2BD-29E6-B962-1A6D-3371C2414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459091-8AF1-E319-E61E-60550C3339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B6056BA-BF18-B08E-BA8E-2139BC19B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850" y="2655303"/>
            <a:ext cx="4248299" cy="154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E118B2-1A34-1FEC-017F-B8F900D76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4" y="334206"/>
            <a:ext cx="11017250" cy="914956"/>
          </a:xfrm>
          <a:prstGeom prst="rect">
            <a:avLst/>
          </a:prstGeom>
        </p:spPr>
        <p:txBody>
          <a:bodyPr vert="horz" lIns="0" tIns="72000" rIns="91440" bIns="45720" rtlCol="0" anchor="t" anchorCtr="0">
            <a:noAutofit/>
          </a:bodyPr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85238-48ED-1491-DCD4-E91086A98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374" y="1700213"/>
            <a:ext cx="11017249" cy="4573587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 (20pt)</a:t>
            </a:r>
          </a:p>
          <a:p>
            <a:pPr lvl="1"/>
            <a:r>
              <a:rPr lang="en-US" dirty="0"/>
              <a:t>Second level (18pt)</a:t>
            </a:r>
          </a:p>
          <a:p>
            <a:pPr lvl="2"/>
            <a:r>
              <a:rPr lang="en-US" dirty="0"/>
              <a:t>Third level (16pt)</a:t>
            </a:r>
          </a:p>
          <a:p>
            <a:pPr lvl="3"/>
            <a:r>
              <a:rPr lang="en-US" dirty="0"/>
              <a:t>Fourth level (14pt)</a:t>
            </a:r>
          </a:p>
          <a:p>
            <a:pPr lvl="4"/>
            <a:r>
              <a:rPr lang="en-US" dirty="0"/>
              <a:t>Fifth level (12pt）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25419-C6AA-A239-202D-F746F79371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474" y="6544221"/>
            <a:ext cx="6285185" cy="1616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D916A1-FD63-1B13-A9EC-54A0B2FAA8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05659" y="6544221"/>
            <a:ext cx="398965" cy="16164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91DAB662-2DEF-4FCA-85D7-1FA44B0FCD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1780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3" r:id="rId2"/>
    <p:sldLayoutId id="2147483805" r:id="rId3"/>
    <p:sldLayoutId id="2147483806" r:id="rId4"/>
    <p:sldLayoutId id="2147483763" r:id="rId5"/>
    <p:sldLayoutId id="2147483765" r:id="rId6"/>
    <p:sldLayoutId id="2147483796" r:id="rId7"/>
    <p:sldLayoutId id="2147483742" r:id="rId8"/>
    <p:sldLayoutId id="2147483668" r:id="rId9"/>
    <p:sldLayoutId id="2147483670" r:id="rId10"/>
    <p:sldLayoutId id="2147483802" r:id="rId11"/>
    <p:sldLayoutId id="2147483681" r:id="rId12"/>
    <p:sldLayoutId id="2147483684" r:id="rId13"/>
    <p:sldLayoutId id="2147483757" r:id="rId14"/>
    <p:sldLayoutId id="2147483758" r:id="rId15"/>
    <p:sldLayoutId id="2147483797" r:id="rId16"/>
    <p:sldLayoutId id="2147483762" r:id="rId17"/>
    <p:sldLayoutId id="2147483798" r:id="rId18"/>
    <p:sldLayoutId id="2147483799" r:id="rId19"/>
    <p:sldLayoutId id="2147483800" r:id="rId20"/>
    <p:sldLayoutId id="2147483810" r:id="rId21"/>
    <p:sldLayoutId id="2147483801" r:id="rId22"/>
    <p:sldLayoutId id="2147483780" r:id="rId23"/>
    <p:sldLayoutId id="2147483781" r:id="rId24"/>
    <p:sldLayoutId id="2147483813" r:id="rId25"/>
    <p:sldLayoutId id="2147483784" r:id="rId26"/>
    <p:sldLayoutId id="2147483753" r:id="rId27"/>
    <p:sldLayoutId id="2147483785" r:id="rId28"/>
    <p:sldLayoutId id="2147483776" r:id="rId29"/>
    <p:sldLayoutId id="2147483795" r:id="rId30"/>
    <p:sldLayoutId id="2147483654" r:id="rId31"/>
    <p:sldLayoutId id="2147483808" r:id="rId32"/>
    <p:sldLayoutId id="2147483809" r:id="rId33"/>
    <p:sldLayoutId id="2147483812" r:id="rId34"/>
    <p:sldLayoutId id="2147483761" r:id="rId35"/>
    <p:sldLayoutId id="2147483759" r:id="rId36"/>
    <p:sldLayoutId id="2147483760" r:id="rId37"/>
    <p:sldLayoutId id="2147483811" r:id="rId38"/>
    <p:sldLayoutId id="2147483787" r:id="rId39"/>
    <p:sldLayoutId id="2147483777" r:id="rId40"/>
    <p:sldLayoutId id="2147483788" r:id="rId41"/>
    <p:sldLayoutId id="2147483703" r:id="rId42"/>
    <p:sldLayoutId id="2147483718" r:id="rId4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9088" indent="-319088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"/>
        <a:tabLst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19075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}"/>
        <a:tabLst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57238" indent="-219075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}"/>
        <a:tabLst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757238" indent="-219075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}"/>
        <a:tabLst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57238" indent="-219075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}"/>
        <a:tabLst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757238" indent="-219075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}"/>
        <a:tabLst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757238" indent="-219075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}"/>
        <a:tabLst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757238" indent="-219075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}"/>
        <a:tabLst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757238" indent="-219075" algn="l" defTabSz="914400" rtl="0" eaLnBrk="1" latinLnBrk="0" hangingPunct="1">
        <a:lnSpc>
          <a:spcPct val="100000"/>
        </a:lnSpc>
        <a:spcBef>
          <a:spcPts val="900"/>
        </a:spcBef>
        <a:buFont typeface="Wingdings 3" panose="05040102010807070707" pitchFamily="18" charset="2"/>
        <a:buChar char="}"/>
        <a:tabLst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70" userDrawn="1">
          <p15:clr>
            <a:srgbClr val="F26B43"/>
          </p15:clr>
        </p15:guide>
        <p15:guide id="4" pos="7310" userDrawn="1">
          <p15:clr>
            <a:srgbClr val="F26B43"/>
          </p15:clr>
        </p15:guide>
        <p15:guide id="5" orient="horz" pos="3952" userDrawn="1">
          <p15:clr>
            <a:srgbClr val="F26B43"/>
          </p15:clr>
        </p15:guide>
        <p15:guide id="6" orient="horz" pos="1071" userDrawn="1">
          <p15:clr>
            <a:srgbClr val="F26B43"/>
          </p15:clr>
        </p15:guide>
        <p15:guide id="7" orient="horz" pos="210" userDrawn="1">
          <p15:clr>
            <a:srgbClr val="F26B43"/>
          </p15:clr>
        </p15:guide>
        <p15:guide id="8" orient="horz" pos="4201" userDrawn="1">
          <p15:clr>
            <a:srgbClr val="F26B43"/>
          </p15:clr>
        </p15:guide>
        <p15:guide id="9" pos="4044" userDrawn="1">
          <p15:clr>
            <a:srgbClr val="F26B43"/>
          </p15:clr>
        </p15:guide>
        <p15:guide id="10" pos="3636" userDrawn="1">
          <p15:clr>
            <a:srgbClr val="F26B43"/>
          </p15:clr>
        </p15:guide>
        <p15:guide id="11" pos="3727" userDrawn="1">
          <p15:clr>
            <a:srgbClr val="F26B43"/>
          </p15:clr>
        </p15:guide>
        <p15:guide id="12" orient="horz" pos="2047" userDrawn="1">
          <p15:clr>
            <a:srgbClr val="F26B43"/>
          </p15:clr>
        </p15:guide>
        <p15:guide id="13" orient="horz" pos="3974" userDrawn="1">
          <p15:clr>
            <a:srgbClr val="F26B43"/>
          </p15:clr>
        </p15:guide>
        <p15:guide id="14" orient="horz" pos="41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icture Placeholder 1">
            <a:extLst>
              <a:ext uri="{FF2B5EF4-FFF2-40B4-BE49-F238E27FC236}">
                <a16:creationId xmlns:a16="http://schemas.microsoft.com/office/drawing/2014/main" id="{D73DD3BE-9188-17BD-0027-49BDA91985E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25867" y="13448"/>
            <a:ext cx="11114901" cy="6857999"/>
          </a:xfrm>
        </p:spPr>
      </p:sp>
      <p:sp>
        <p:nvSpPr>
          <p:cNvPr id="48" name="Title 2">
            <a:extLst>
              <a:ext uri="{FF2B5EF4-FFF2-40B4-BE49-F238E27FC236}">
                <a16:creationId xmlns:a16="http://schemas.microsoft.com/office/drawing/2014/main" id="{9072EC8F-51EE-CC83-6E7F-C2F7D12A3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56221" y="2403178"/>
            <a:ext cx="5668099" cy="925560"/>
          </a:xfrm>
        </p:spPr>
        <p:txBody>
          <a:bodyPr/>
          <a:lstStyle/>
          <a:p>
            <a:r>
              <a:rPr lang="en-US" dirty="0"/>
              <a:t>T130 Achievement</a:t>
            </a:r>
            <a:br>
              <a:rPr lang="en-US" dirty="0"/>
            </a:br>
            <a:r>
              <a:rPr lang="en-US" dirty="0"/>
              <a:t>T131 Target</a:t>
            </a:r>
            <a:br>
              <a:rPr lang="en-US"/>
            </a:br>
            <a:r>
              <a:rPr lang="en-US"/>
              <a:t>Dream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A94966-A0D6-648C-8CC4-6F0CBB809D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411906" y="6544221"/>
            <a:ext cx="6285185" cy="16164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500"/>
              <a:t>©︎ TDK Corporation 2025 | Department | Document title | Confidential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E20CEB2F-89CC-9950-897C-399CEFC543F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675329" y="1887303"/>
            <a:ext cx="1013677" cy="186525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platzhalter 50">
            <a:extLst>
              <a:ext uri="{FF2B5EF4-FFF2-40B4-BE49-F238E27FC236}">
                <a16:creationId xmlns:a16="http://schemas.microsoft.com/office/drawing/2014/main" id="{09EEA3F6-537E-9482-B7A7-77C5B7DD5D9C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9037201" y="6108356"/>
            <a:ext cx="3503612" cy="379412"/>
          </a:xfrm>
          <a:prstGeom prst="rect">
            <a:avLst/>
          </a:prstGeom>
          <a:ln>
            <a:noFill/>
          </a:ln>
        </p:spPr>
        <p:txBody>
          <a:bodyPr vert="horz" lIns="0" tIns="0" rIns="0" bIns="0" anchor="b" anchorCtr="0"/>
          <a:lstStyle>
            <a:lvl1pPr algn="l" defTabSz="863600" rtl="0" eaLnBrk="0" fontAlgn="base" hangingPunct="0">
              <a:spcBef>
                <a:spcPts val="0"/>
              </a:spcBef>
              <a:spcAft>
                <a:spcPct val="0"/>
              </a:spcAft>
              <a:buClr>
                <a:schemeClr val="accent1"/>
              </a:buClr>
              <a:buFont typeface="Symbol" pitchFamily="18" charset="2"/>
              <a:defRPr sz="16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180975" indent="-179388" algn="l" defTabSz="863600" rtl="0" eaLnBrk="0" fontAlgn="base" hangingPunct="0">
              <a:spcBef>
                <a:spcPts val="0"/>
              </a:spcBef>
              <a:spcAft>
                <a:spcPct val="0"/>
              </a:spcAft>
              <a:buClr>
                <a:schemeClr val="accent6"/>
              </a:buClr>
              <a:buFont typeface="Arial" panose="020B060402020202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2pPr>
            <a:lvl3pPr marL="360000" indent="-180000" algn="l" defTabSz="863600" rtl="0" eaLnBrk="0" fontAlgn="base" hangingPunct="0">
              <a:spcBef>
                <a:spcPts val="0"/>
              </a:spcBef>
              <a:spcAft>
                <a:spcPct val="0"/>
              </a:spcAft>
              <a:buClr>
                <a:schemeClr val="tx1"/>
              </a:buClr>
              <a:buFont typeface="Symbol" pitchFamily="18" charset="2"/>
              <a:buChar char="Ø"/>
              <a:defRPr sz="1600">
                <a:solidFill>
                  <a:schemeClr val="tx1"/>
                </a:solidFill>
                <a:latin typeface="+mn-lt"/>
              </a:defRPr>
            </a:lvl3pPr>
            <a:lvl4pPr marL="540000" indent="-180000" algn="l" defTabSz="863600" rtl="0" eaLnBrk="0" fontAlgn="base" hangingPunct="0">
              <a:spcBef>
                <a:spcPts val="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○"/>
              <a:defRPr sz="1600">
                <a:solidFill>
                  <a:schemeClr val="tx1"/>
                </a:solidFill>
                <a:latin typeface="+mn-lt"/>
              </a:defRPr>
            </a:lvl4pPr>
            <a:lvl5pPr marL="2706688" indent="-268288" algn="l" defTabSz="863600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90000"/>
              <a:buFont typeface="Wingdings" pitchFamily="2" charset="2"/>
              <a:buChar char="n"/>
              <a:defRPr sz="1600">
                <a:solidFill>
                  <a:schemeClr val="tx1"/>
                </a:solidFill>
                <a:latin typeface="+mn-lt"/>
              </a:defRPr>
            </a:lvl5pPr>
            <a:lvl6pPr marL="3163888" indent="-268288" algn="l" defTabSz="863600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90000"/>
              <a:buFont typeface="Wingdings" pitchFamily="2" charset="2"/>
              <a:buChar char="n"/>
              <a:defRPr sz="1600">
                <a:solidFill>
                  <a:schemeClr val="tx1"/>
                </a:solidFill>
                <a:latin typeface="+mn-lt"/>
              </a:defRPr>
            </a:lvl6pPr>
            <a:lvl7pPr marL="3621088" indent="-268288" algn="l" defTabSz="863600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90000"/>
              <a:buFont typeface="Wingdings" pitchFamily="2" charset="2"/>
              <a:buChar char="n"/>
              <a:defRPr sz="1600">
                <a:solidFill>
                  <a:schemeClr val="tx1"/>
                </a:solidFill>
                <a:latin typeface="+mn-lt"/>
              </a:defRPr>
            </a:lvl7pPr>
            <a:lvl8pPr marL="4078288" indent="-268288" algn="l" defTabSz="863600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90000"/>
              <a:buFont typeface="Wingdings" pitchFamily="2" charset="2"/>
              <a:buChar char="n"/>
              <a:defRPr sz="1600">
                <a:solidFill>
                  <a:schemeClr val="tx1"/>
                </a:solidFill>
                <a:latin typeface="+mn-lt"/>
              </a:defRPr>
            </a:lvl8pPr>
            <a:lvl9pPr marL="4535488" indent="-268288" algn="l" defTabSz="863600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90000"/>
              <a:buFont typeface="Wingdings" pitchFamily="2" charset="2"/>
              <a:buChar char="n"/>
              <a:defRPr sz="16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b="1" kern="0" dirty="0">
                <a:solidFill>
                  <a:schemeClr val="tx1"/>
                </a:solidFill>
                <a:cs typeface="Arial" charset="0"/>
              </a:rPr>
              <a:t>TDK Philippines Corporation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A TDK Group Company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Laguna, Philippines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(BMS) DEVELOPMENT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sz="1600" kern="0" dirty="0">
                <a:solidFill>
                  <a:schemeClr val="tx1"/>
                </a:solidFill>
              </a:rPr>
              <a:t>September 2025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 err="1">
                <a:solidFill>
                  <a:schemeClr val="tx1"/>
                </a:solidFill>
              </a:rPr>
              <a:t>Lans</a:t>
            </a:r>
            <a:r>
              <a:rPr lang="en-US" altLang="de-DE" kern="0" dirty="0">
                <a:solidFill>
                  <a:schemeClr val="tx1"/>
                </a:solidFill>
              </a:rPr>
              <a:t> Jeffrey </a:t>
            </a:r>
            <a:r>
              <a:rPr lang="en-US" altLang="de-DE" kern="0" dirty="0" err="1">
                <a:solidFill>
                  <a:schemeClr val="tx1"/>
                </a:solidFill>
              </a:rPr>
              <a:t>Galos</a:t>
            </a:r>
            <a:endParaRPr lang="en-US" altLang="de-DE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5410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1D7C-EA4D-6F55-E421-9E721C65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960C33F-68B3-9812-9A8C-1FC2A60807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147A8-DF1D-1FFC-869C-086536084D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C2FA0BE-0E11-E768-C656-DA4D5D0F38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401F9B-EE9E-6838-0F6D-AE345C167287}"/>
              </a:ext>
            </a:extLst>
          </p:cNvPr>
          <p:cNvSpPr txBox="1"/>
          <p:nvPr/>
        </p:nvSpPr>
        <p:spPr>
          <a:xfrm>
            <a:off x="497046" y="2277421"/>
            <a:ext cx="108952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PH" altLang="ja-JP" sz="3200" dirty="0"/>
              <a:t>T130 Achievements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BF86A8-D641-2153-DE37-5146076CD1D0}"/>
              </a:ext>
            </a:extLst>
          </p:cNvPr>
          <p:cNvSpPr txBox="1"/>
          <p:nvPr/>
        </p:nvSpPr>
        <p:spPr>
          <a:xfrm>
            <a:off x="8636319" y="4426936"/>
            <a:ext cx="35556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b="1" kern="0" dirty="0">
                <a:solidFill>
                  <a:schemeClr val="tx1"/>
                </a:solidFill>
                <a:cs typeface="Arial" charset="0"/>
              </a:rPr>
              <a:t>TDK Philippines Corporation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A TDK Group Company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Laguna, Philippines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(BMS) DEVELOPMENT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sz="1800" kern="0" dirty="0"/>
              <a:t>September </a:t>
            </a:r>
            <a:r>
              <a:rPr lang="en-US" altLang="de-DE" sz="1800" kern="0" dirty="0">
                <a:solidFill>
                  <a:schemeClr val="tx1"/>
                </a:solidFill>
              </a:rPr>
              <a:t>2025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 err="1"/>
              <a:t>Lans</a:t>
            </a:r>
            <a:r>
              <a:rPr lang="en-US" altLang="de-DE" kern="0" dirty="0"/>
              <a:t> Jeffrey </a:t>
            </a:r>
            <a:r>
              <a:rPr lang="en-US" altLang="de-DE" kern="0" dirty="0" err="1"/>
              <a:t>Galos</a:t>
            </a:r>
            <a:endParaRPr lang="en-US" altLang="de-DE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7126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54F6A-E846-A0EF-455C-8C8624F6B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92D1BA2-9B6E-80A0-3C75-D9A609C206D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BED9AA-04D9-9FAF-4481-7B22819C58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5DAD44-863E-8F86-F5EC-CB1F4FDD431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0CA045CA-A667-9FD5-E4FB-F0E0D9F310FA}"/>
              </a:ext>
            </a:extLst>
          </p:cNvPr>
          <p:cNvCxnSpPr>
            <a:cxnSpLocks/>
          </p:cNvCxnSpPr>
          <p:nvPr/>
        </p:nvCxnSpPr>
        <p:spPr>
          <a:xfrm>
            <a:off x="15313179" y="1333302"/>
            <a:ext cx="34074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2B857F82-99A2-C045-9C3B-846195A5BDC7}"/>
              </a:ext>
            </a:extLst>
          </p:cNvPr>
          <p:cNvCxnSpPr>
            <a:cxnSpLocks/>
          </p:cNvCxnSpPr>
          <p:nvPr/>
        </p:nvCxnSpPr>
        <p:spPr>
          <a:xfrm>
            <a:off x="15313179" y="1758790"/>
            <a:ext cx="340743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46AEC6DC-5592-AA57-7A76-B1E3ABD478E9}"/>
              </a:ext>
            </a:extLst>
          </p:cNvPr>
          <p:cNvCxnSpPr>
            <a:cxnSpLocks/>
          </p:cNvCxnSpPr>
          <p:nvPr/>
        </p:nvCxnSpPr>
        <p:spPr>
          <a:xfrm>
            <a:off x="15313179" y="2190534"/>
            <a:ext cx="3407439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3A32A362-E054-AAA4-DBB5-F6EF7F9AD0C9}"/>
              </a:ext>
            </a:extLst>
          </p:cNvPr>
          <p:cNvSpPr txBox="1"/>
          <p:nvPr/>
        </p:nvSpPr>
        <p:spPr>
          <a:xfrm>
            <a:off x="587375" y="933192"/>
            <a:ext cx="55086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000" u="sng" dirty="0"/>
              <a:t>Exhaust Fan Holder 3D Model Improvement:</a:t>
            </a:r>
          </a:p>
        </p:txBody>
      </p:sp>
      <p:sp>
        <p:nvSpPr>
          <p:cNvPr id="85" name="角丸四角形 22">
            <a:extLst>
              <a:ext uri="{FF2B5EF4-FFF2-40B4-BE49-F238E27FC236}">
                <a16:creationId xmlns:a16="http://schemas.microsoft.com/office/drawing/2014/main" id="{E6302494-BE9A-E438-990E-339A5AB110E8}"/>
              </a:ext>
            </a:extLst>
          </p:cNvPr>
          <p:cNvSpPr/>
          <p:nvPr/>
        </p:nvSpPr>
        <p:spPr>
          <a:xfrm>
            <a:off x="385895" y="388557"/>
            <a:ext cx="7129055" cy="400111"/>
          </a:xfrm>
          <a:prstGeom prst="roundRect">
            <a:avLst>
              <a:gd name="adj" fmla="val 1642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PH" sz="1800" b="1" dirty="0">
                <a:solidFill>
                  <a:schemeClr val="tx1"/>
                </a:solidFill>
                <a:latin typeface="+mn-lt"/>
              </a:rPr>
              <a:t>Other Activities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E73160-A6C9-408B-910E-04ADE3009698}"/>
              </a:ext>
            </a:extLst>
          </p:cNvPr>
          <p:cNvSpPr txBox="1"/>
          <p:nvPr/>
        </p:nvSpPr>
        <p:spPr>
          <a:xfrm>
            <a:off x="725321" y="1351508"/>
            <a:ext cx="11335050" cy="361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PH" sz="17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FFEEC6-A918-4ACD-A673-63C0FC225EF7}"/>
              </a:ext>
            </a:extLst>
          </p:cNvPr>
          <p:cNvSpPr txBox="1"/>
          <p:nvPr/>
        </p:nvSpPr>
        <p:spPr>
          <a:xfrm>
            <a:off x="685868" y="4418398"/>
            <a:ext cx="674919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750" dirty="0"/>
              <a:t>Status: For review</a:t>
            </a:r>
          </a:p>
          <a:p>
            <a:r>
              <a:rPr lang="en-PH" sz="1750" dirty="0"/>
              <a:t>Result: Designed and Drawn the 3D Model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089E15-9BCC-45F9-8255-1BC32DD3B18C}"/>
              </a:ext>
            </a:extLst>
          </p:cNvPr>
          <p:cNvSpPr txBox="1"/>
          <p:nvPr/>
        </p:nvSpPr>
        <p:spPr>
          <a:xfrm>
            <a:off x="587374" y="3887477"/>
            <a:ext cx="106182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000" u="sng" dirty="0"/>
              <a:t>3D Model Trash Drawer for Semi Auto Coil Winding Machine: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D95E9F-6BEF-49A5-AA47-F15666F4A3C6}"/>
              </a:ext>
            </a:extLst>
          </p:cNvPr>
          <p:cNvSpPr txBox="1"/>
          <p:nvPr/>
        </p:nvSpPr>
        <p:spPr>
          <a:xfrm>
            <a:off x="725321" y="1464953"/>
            <a:ext cx="674919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750" dirty="0"/>
              <a:t>Status: For review</a:t>
            </a:r>
          </a:p>
          <a:p>
            <a:r>
              <a:rPr lang="en-PH" sz="1750" dirty="0"/>
              <a:t>Result: Designed and Drawn the 3D Model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C33F39A-E078-4214-A71A-0298B0047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707" y="783293"/>
            <a:ext cx="2342959" cy="16966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6FCE27D-C82B-4A24-9979-24CFD2E33C0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977828" y="3579160"/>
            <a:ext cx="2085838" cy="249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976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1D7C-EA4D-6F55-E421-9E721C65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960C33F-68B3-9812-9A8C-1FC2A60807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147A8-DF1D-1FFC-869C-086536084D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C2FA0BE-0E11-E768-C656-DA4D5D0F38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401F9B-EE9E-6838-0F6D-AE345C167287}"/>
              </a:ext>
            </a:extLst>
          </p:cNvPr>
          <p:cNvSpPr txBox="1"/>
          <p:nvPr/>
        </p:nvSpPr>
        <p:spPr>
          <a:xfrm>
            <a:off x="497046" y="2277421"/>
            <a:ext cx="108952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PH" altLang="ja-JP" sz="3200" dirty="0"/>
              <a:t>T130 Target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BF86A8-D641-2153-DE37-5146076CD1D0}"/>
              </a:ext>
            </a:extLst>
          </p:cNvPr>
          <p:cNvSpPr txBox="1"/>
          <p:nvPr/>
        </p:nvSpPr>
        <p:spPr>
          <a:xfrm>
            <a:off x="8636319" y="4426936"/>
            <a:ext cx="35556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b="1" kern="0" dirty="0">
                <a:solidFill>
                  <a:schemeClr val="tx1"/>
                </a:solidFill>
                <a:cs typeface="Arial" charset="0"/>
              </a:rPr>
              <a:t>TDK Philippines Corporation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A TDK Group Company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Laguna, Philippines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(BMS) DEVELOPMENT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sz="1800" kern="0" dirty="0"/>
              <a:t>September </a:t>
            </a:r>
            <a:r>
              <a:rPr lang="en-US" altLang="de-DE" sz="1800" kern="0" dirty="0">
                <a:solidFill>
                  <a:schemeClr val="tx1"/>
                </a:solidFill>
              </a:rPr>
              <a:t>2025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 err="1"/>
              <a:t>Lans</a:t>
            </a:r>
            <a:r>
              <a:rPr lang="en-US" altLang="de-DE" kern="0" dirty="0"/>
              <a:t> Jeffrey </a:t>
            </a:r>
            <a:r>
              <a:rPr lang="en-US" altLang="de-DE" kern="0" dirty="0" err="1"/>
              <a:t>Galos</a:t>
            </a:r>
            <a:endParaRPr lang="en-US" altLang="de-DE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18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54F6A-E846-A0EF-455C-8C8624F6B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92D1BA2-9B6E-80A0-3C75-D9A609C206D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BED9AA-04D9-9FAF-4481-7B22819C58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5DAD44-863E-8F86-F5EC-CB1F4FDD431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0CA045CA-A667-9FD5-E4FB-F0E0D9F310FA}"/>
              </a:ext>
            </a:extLst>
          </p:cNvPr>
          <p:cNvCxnSpPr>
            <a:cxnSpLocks/>
          </p:cNvCxnSpPr>
          <p:nvPr/>
        </p:nvCxnSpPr>
        <p:spPr>
          <a:xfrm>
            <a:off x="15313179" y="1333302"/>
            <a:ext cx="34074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2B857F82-99A2-C045-9C3B-846195A5BDC7}"/>
              </a:ext>
            </a:extLst>
          </p:cNvPr>
          <p:cNvCxnSpPr>
            <a:cxnSpLocks/>
          </p:cNvCxnSpPr>
          <p:nvPr/>
        </p:nvCxnSpPr>
        <p:spPr>
          <a:xfrm>
            <a:off x="15313179" y="1758790"/>
            <a:ext cx="340743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46AEC6DC-5592-AA57-7A76-B1E3ABD478E9}"/>
              </a:ext>
            </a:extLst>
          </p:cNvPr>
          <p:cNvCxnSpPr>
            <a:cxnSpLocks/>
          </p:cNvCxnSpPr>
          <p:nvPr/>
        </p:nvCxnSpPr>
        <p:spPr>
          <a:xfrm>
            <a:off x="15313179" y="2190534"/>
            <a:ext cx="3407439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3A32A362-E054-AAA4-DBB5-F6EF7F9AD0C9}"/>
              </a:ext>
            </a:extLst>
          </p:cNvPr>
          <p:cNvSpPr txBox="1"/>
          <p:nvPr/>
        </p:nvSpPr>
        <p:spPr>
          <a:xfrm>
            <a:off x="587375" y="933192"/>
            <a:ext cx="55086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000" u="sng" dirty="0"/>
              <a:t>Exhaust Fan Holder 3D Model Improvement:</a:t>
            </a:r>
          </a:p>
        </p:txBody>
      </p:sp>
      <p:sp>
        <p:nvSpPr>
          <p:cNvPr id="85" name="角丸四角形 22">
            <a:extLst>
              <a:ext uri="{FF2B5EF4-FFF2-40B4-BE49-F238E27FC236}">
                <a16:creationId xmlns:a16="http://schemas.microsoft.com/office/drawing/2014/main" id="{E6302494-BE9A-E438-990E-339A5AB110E8}"/>
              </a:ext>
            </a:extLst>
          </p:cNvPr>
          <p:cNvSpPr/>
          <p:nvPr/>
        </p:nvSpPr>
        <p:spPr>
          <a:xfrm>
            <a:off x="385895" y="388557"/>
            <a:ext cx="7129055" cy="400111"/>
          </a:xfrm>
          <a:prstGeom prst="roundRect">
            <a:avLst>
              <a:gd name="adj" fmla="val 1642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PH" sz="1800" b="1" dirty="0">
                <a:solidFill>
                  <a:schemeClr val="tx1"/>
                </a:solidFill>
                <a:latin typeface="+mn-lt"/>
              </a:rPr>
              <a:t>Other Activities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E73160-A6C9-408B-910E-04ADE3009698}"/>
              </a:ext>
            </a:extLst>
          </p:cNvPr>
          <p:cNvSpPr txBox="1"/>
          <p:nvPr/>
        </p:nvSpPr>
        <p:spPr>
          <a:xfrm>
            <a:off x="725321" y="1351508"/>
            <a:ext cx="11335050" cy="361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PH" sz="17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FFEEC6-A918-4ACD-A673-63C0FC225EF7}"/>
              </a:ext>
            </a:extLst>
          </p:cNvPr>
          <p:cNvSpPr txBox="1"/>
          <p:nvPr/>
        </p:nvSpPr>
        <p:spPr>
          <a:xfrm>
            <a:off x="685868" y="4418398"/>
            <a:ext cx="674919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750" dirty="0"/>
              <a:t>Status: For review</a:t>
            </a:r>
          </a:p>
          <a:p>
            <a:r>
              <a:rPr lang="en-PH" sz="1750" dirty="0"/>
              <a:t>Result: Designed and Drawn the 3D Model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089E15-9BCC-45F9-8255-1BC32DD3B18C}"/>
              </a:ext>
            </a:extLst>
          </p:cNvPr>
          <p:cNvSpPr txBox="1"/>
          <p:nvPr/>
        </p:nvSpPr>
        <p:spPr>
          <a:xfrm>
            <a:off x="587374" y="3887477"/>
            <a:ext cx="106182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000" u="sng" dirty="0"/>
              <a:t>3D Model Trash Drawer for Semi Auto Coil Winding Machine: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D95E9F-6BEF-49A5-AA47-F15666F4A3C6}"/>
              </a:ext>
            </a:extLst>
          </p:cNvPr>
          <p:cNvSpPr txBox="1"/>
          <p:nvPr/>
        </p:nvSpPr>
        <p:spPr>
          <a:xfrm>
            <a:off x="725321" y="1464953"/>
            <a:ext cx="674919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750" dirty="0"/>
              <a:t>Status: For review</a:t>
            </a:r>
          </a:p>
          <a:p>
            <a:r>
              <a:rPr lang="en-PH" sz="1750" dirty="0"/>
              <a:t>Result: Designed and Drawn the 3D Model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C33F39A-E078-4214-A71A-0298B0047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707" y="783293"/>
            <a:ext cx="2342959" cy="16966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6FCE27D-C82B-4A24-9979-24CFD2E33C0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977828" y="3579160"/>
            <a:ext cx="2085838" cy="249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868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1D7C-EA4D-6F55-E421-9E721C65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960C33F-68B3-9812-9A8C-1FC2A60807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147A8-DF1D-1FFC-869C-086536084D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C2FA0BE-0E11-E768-C656-DA4D5D0F38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401F9B-EE9E-6838-0F6D-AE345C167287}"/>
              </a:ext>
            </a:extLst>
          </p:cNvPr>
          <p:cNvSpPr txBox="1"/>
          <p:nvPr/>
        </p:nvSpPr>
        <p:spPr>
          <a:xfrm>
            <a:off x="497046" y="2277421"/>
            <a:ext cx="108952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PH" altLang="ja-JP" sz="3200" dirty="0"/>
              <a:t>Dream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BF86A8-D641-2153-DE37-5146076CD1D0}"/>
              </a:ext>
            </a:extLst>
          </p:cNvPr>
          <p:cNvSpPr txBox="1"/>
          <p:nvPr/>
        </p:nvSpPr>
        <p:spPr>
          <a:xfrm>
            <a:off x="8636319" y="4426936"/>
            <a:ext cx="35556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b="1" kern="0" dirty="0">
                <a:solidFill>
                  <a:schemeClr val="tx1"/>
                </a:solidFill>
                <a:cs typeface="Arial" charset="0"/>
              </a:rPr>
              <a:t>TDK Philippines Corporation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A TDK Group Company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Laguna, Philippines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>
                <a:solidFill>
                  <a:schemeClr val="tx1"/>
                </a:solidFill>
              </a:rPr>
              <a:t>(BMS) DEVELOPMENT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sz="1800" kern="0" dirty="0"/>
              <a:t>September </a:t>
            </a:r>
            <a:r>
              <a:rPr lang="en-US" altLang="de-DE" sz="1800" kern="0" dirty="0">
                <a:solidFill>
                  <a:schemeClr val="tx1"/>
                </a:solidFill>
              </a:rPr>
              <a:t>2025</a:t>
            </a:r>
          </a:p>
          <a:p>
            <a:pPr>
              <a:tabLst>
                <a:tab pos="3472080" algn="l"/>
                <a:tab pos="4040784" algn="l"/>
                <a:tab pos="4789077" algn="l"/>
              </a:tabLst>
            </a:pPr>
            <a:r>
              <a:rPr lang="en-US" altLang="de-DE" kern="0" dirty="0" err="1"/>
              <a:t>Lans</a:t>
            </a:r>
            <a:r>
              <a:rPr lang="en-US" altLang="de-DE" kern="0" dirty="0"/>
              <a:t> Jeffrey </a:t>
            </a:r>
            <a:r>
              <a:rPr lang="en-US" altLang="de-DE" kern="0" dirty="0" err="1"/>
              <a:t>Galos</a:t>
            </a:r>
            <a:endParaRPr lang="en-US" altLang="de-DE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3799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54F6A-E846-A0EF-455C-8C8624F6B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92D1BA2-9B6E-80A0-3C75-D9A609C206D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©︎ TDK Corporation 2025 | Department | Document title | Confidential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BED9AA-04D9-9FAF-4481-7B22819C58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1DAB662-2DEF-4FCA-85D7-1FA44B0FCDE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5DAD44-863E-8F86-F5EC-CB1F4FDD431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0CA045CA-A667-9FD5-E4FB-F0E0D9F310FA}"/>
              </a:ext>
            </a:extLst>
          </p:cNvPr>
          <p:cNvCxnSpPr>
            <a:cxnSpLocks/>
          </p:cNvCxnSpPr>
          <p:nvPr/>
        </p:nvCxnSpPr>
        <p:spPr>
          <a:xfrm>
            <a:off x="15313179" y="1333302"/>
            <a:ext cx="34074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2B857F82-99A2-C045-9C3B-846195A5BDC7}"/>
              </a:ext>
            </a:extLst>
          </p:cNvPr>
          <p:cNvCxnSpPr>
            <a:cxnSpLocks/>
          </p:cNvCxnSpPr>
          <p:nvPr/>
        </p:nvCxnSpPr>
        <p:spPr>
          <a:xfrm>
            <a:off x="15313179" y="1758790"/>
            <a:ext cx="340743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46AEC6DC-5592-AA57-7A76-B1E3ABD478E9}"/>
              </a:ext>
            </a:extLst>
          </p:cNvPr>
          <p:cNvCxnSpPr>
            <a:cxnSpLocks/>
          </p:cNvCxnSpPr>
          <p:nvPr/>
        </p:nvCxnSpPr>
        <p:spPr>
          <a:xfrm>
            <a:off x="15313179" y="2190534"/>
            <a:ext cx="3407439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3A32A362-E054-AAA4-DBB5-F6EF7F9AD0C9}"/>
              </a:ext>
            </a:extLst>
          </p:cNvPr>
          <p:cNvSpPr txBox="1"/>
          <p:nvPr/>
        </p:nvSpPr>
        <p:spPr>
          <a:xfrm>
            <a:off x="587375" y="933192"/>
            <a:ext cx="55086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000" u="sng" dirty="0"/>
              <a:t>Exhaust Fan Holder 3D Model Improvement:</a:t>
            </a:r>
          </a:p>
        </p:txBody>
      </p:sp>
      <p:sp>
        <p:nvSpPr>
          <p:cNvPr id="85" name="角丸四角形 22">
            <a:extLst>
              <a:ext uri="{FF2B5EF4-FFF2-40B4-BE49-F238E27FC236}">
                <a16:creationId xmlns:a16="http://schemas.microsoft.com/office/drawing/2014/main" id="{E6302494-BE9A-E438-990E-339A5AB110E8}"/>
              </a:ext>
            </a:extLst>
          </p:cNvPr>
          <p:cNvSpPr/>
          <p:nvPr/>
        </p:nvSpPr>
        <p:spPr>
          <a:xfrm>
            <a:off x="385895" y="388557"/>
            <a:ext cx="7129055" cy="400111"/>
          </a:xfrm>
          <a:prstGeom prst="roundRect">
            <a:avLst>
              <a:gd name="adj" fmla="val 1642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PH" sz="1800" b="1" dirty="0">
                <a:solidFill>
                  <a:schemeClr val="tx1"/>
                </a:solidFill>
                <a:latin typeface="+mn-lt"/>
              </a:rPr>
              <a:t>Other Activities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E73160-A6C9-408B-910E-04ADE3009698}"/>
              </a:ext>
            </a:extLst>
          </p:cNvPr>
          <p:cNvSpPr txBox="1"/>
          <p:nvPr/>
        </p:nvSpPr>
        <p:spPr>
          <a:xfrm>
            <a:off x="725321" y="1351508"/>
            <a:ext cx="11335050" cy="361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PH" sz="17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FFEEC6-A918-4ACD-A673-63C0FC225EF7}"/>
              </a:ext>
            </a:extLst>
          </p:cNvPr>
          <p:cNvSpPr txBox="1"/>
          <p:nvPr/>
        </p:nvSpPr>
        <p:spPr>
          <a:xfrm>
            <a:off x="685868" y="4418398"/>
            <a:ext cx="674919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750" dirty="0"/>
              <a:t>Status: For review</a:t>
            </a:r>
          </a:p>
          <a:p>
            <a:r>
              <a:rPr lang="en-PH" sz="1750" dirty="0"/>
              <a:t>Result: Designed and Drawn the 3D Model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089E15-9BCC-45F9-8255-1BC32DD3B18C}"/>
              </a:ext>
            </a:extLst>
          </p:cNvPr>
          <p:cNvSpPr txBox="1"/>
          <p:nvPr/>
        </p:nvSpPr>
        <p:spPr>
          <a:xfrm>
            <a:off x="587374" y="3887477"/>
            <a:ext cx="106182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000" u="sng" dirty="0"/>
              <a:t>3D Model Trash Drawer for Semi Auto Coil Winding Machine: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D95E9F-6BEF-49A5-AA47-F15666F4A3C6}"/>
              </a:ext>
            </a:extLst>
          </p:cNvPr>
          <p:cNvSpPr txBox="1"/>
          <p:nvPr/>
        </p:nvSpPr>
        <p:spPr>
          <a:xfrm>
            <a:off x="725321" y="1464953"/>
            <a:ext cx="674919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750" dirty="0"/>
              <a:t>Status: For review</a:t>
            </a:r>
          </a:p>
          <a:p>
            <a:r>
              <a:rPr lang="en-PH" sz="1750" dirty="0"/>
              <a:t>Result: Designed and Drawn the 3D Model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C33F39A-E078-4214-A71A-0298B0047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707" y="783293"/>
            <a:ext cx="2342959" cy="16966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6FCE27D-C82B-4A24-9979-24CFD2E33C0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977828" y="3579160"/>
            <a:ext cx="2085838" cy="249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568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8625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DK">
      <a:dk1>
        <a:srgbClr val="000000"/>
      </a:dk1>
      <a:lt1>
        <a:srgbClr val="FFFFFF"/>
      </a:lt1>
      <a:dk2>
        <a:srgbClr val="838383"/>
      </a:dk2>
      <a:lt2>
        <a:srgbClr val="D7D8D6"/>
      </a:lt2>
      <a:accent1>
        <a:srgbClr val="0046AD"/>
      </a:accent1>
      <a:accent2>
        <a:srgbClr val="1132FF"/>
      </a:accent2>
      <a:accent3>
        <a:srgbClr val="2BA8FF"/>
      </a:accent3>
      <a:accent4>
        <a:srgbClr val="C97BF3"/>
      </a:accent4>
      <a:accent5>
        <a:srgbClr val="38D189"/>
      </a:accent5>
      <a:accent6>
        <a:srgbClr val="FF932A"/>
      </a:accent6>
      <a:hlink>
        <a:srgbClr val="0000FF"/>
      </a:hlink>
      <a:folHlink>
        <a:srgbClr val="800080"/>
      </a:folHlink>
    </a:clrScheme>
    <a:fontScheme name="TDK typeface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TDK Blue">
      <a:srgbClr val="0046AD"/>
    </a:custClr>
    <a:custClr name="TDK Purple">
      <a:srgbClr val="C97AF4"/>
    </a:custClr>
    <a:custClr name="TDK Blue">
      <a:srgbClr val="2DA8FF"/>
    </a:custClr>
    <a:custClr name="TDK Green">
      <a:srgbClr val="38D189"/>
    </a:custClr>
    <a:custClr name="TDK Orange">
      <a:srgbClr val="FF932A"/>
    </a:custClr>
    <a:custClr name="TDK Grey">
      <a:srgbClr val="848484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TDK Primary Blue">
      <a:srgbClr val="1132FF"/>
    </a:custClr>
    <a:custClr name="TDK Purple Shade 1">
      <a:srgbClr val="D79BF7"/>
    </a:custClr>
    <a:custClr name="TDK Blue Shade 1">
      <a:srgbClr val="62BEFF"/>
    </a:custClr>
    <a:custClr name="TDK Green Shade 1">
      <a:srgbClr val="68DDA7"/>
    </a:custClr>
    <a:custClr name="TDK Orange Shade 1">
      <a:srgbClr val="FFAE5F"/>
    </a:custClr>
    <a:custClr name="TDK Grey Shade 1">
      <a:srgbClr val="A3A3A3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TDK Primary Saturated Blue">
      <a:srgbClr val="0087FF"/>
    </a:custClr>
    <a:custClr name="TDK Purple Shade 2">
      <a:srgbClr val="E4BCF9"/>
    </a:custClr>
    <a:custClr name="TDK Blue Shade 2">
      <a:srgbClr val="96D3FF"/>
    </a:custClr>
    <a:custClr name="TDK Green Shade 2">
      <a:srgbClr val="9AE8C4"/>
    </a:custClr>
    <a:custClr name="TDK Orange Shade 2">
      <a:srgbClr val="FFC994"/>
    </a:custClr>
    <a:custClr name="TDK Orange Shade 2">
      <a:srgbClr val="C1C1C1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TDK Primary Saturated Purple">
      <a:srgbClr val="C919F4"/>
    </a:custClr>
    <a:custClr name="TDK Purple Shade 3">
      <a:srgbClr val="F1DEFC"/>
    </a:custClr>
    <a:custClr name="TDK Blue Shade 3">
      <a:srgbClr val="CAE9FF"/>
    </a:custClr>
    <a:custClr name="TDK Green Shade 3">
      <a:srgbClr val="CDF3E1"/>
    </a:custClr>
    <a:custClr name="TDK Orange Shade 3">
      <a:srgbClr val="FFE4CA"/>
    </a:custClr>
    <a:custClr name="TDK Orange Shade 3">
      <a:srgbClr val="E0E0E0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TDK Primary Saturated Green">
      <a:srgbClr val="26F985"/>
    </a:custClr>
    <a:custClr name="TDK Purple Shade 4">
      <a:srgbClr val="660C92"/>
    </a:custClr>
    <a:custClr name="TDK Blue Shade 4">
      <a:srgbClr val="072F8C"/>
    </a:custClr>
    <a:custClr name="TDK Green Shade 4">
      <a:srgbClr val="437873"/>
    </a:custClr>
    <a:custClr name="TDK Orange Shade 4">
      <a:srgbClr val="A75227"/>
    </a:custClr>
    <a:custClr name="TDK Orange Shade 4">
      <a:srgbClr val="545456"/>
    </a:custClr>
  </a:custClrLst>
  <a:extLst>
    <a:ext uri="{05A4C25C-085E-4340-85A3-A5531E510DB2}">
      <thm15:themeFamily xmlns:thm15="http://schemas.microsoft.com/office/thememl/2012/main" name="Presentation5" id="{B62A9DF9-89FB-4161-B2C0-2ABD7DD52F7A}" vid="{734D663F-B332-4386-9CB3-D0E23EBE4B55}"/>
    </a:ext>
  </a:extLst>
</a:theme>
</file>

<file path=ppt/theme/theme2.xml><?xml version="1.0" encoding="utf-8"?>
<a:theme xmlns:a="http://schemas.openxmlformats.org/drawingml/2006/main" name="Office Theme">
  <a:themeElements>
    <a:clrScheme name="TDK Colors">
      <a:dk1>
        <a:srgbClr val="000000"/>
      </a:dk1>
      <a:lt1>
        <a:srgbClr val="FFFFFF"/>
      </a:lt1>
      <a:dk2>
        <a:srgbClr val="0046AD"/>
      </a:dk2>
      <a:lt2>
        <a:srgbClr val="FFFFFF"/>
      </a:lt2>
      <a:accent1>
        <a:srgbClr val="1132FF"/>
      </a:accent1>
      <a:accent2>
        <a:srgbClr val="C97BF4"/>
      </a:accent2>
      <a:accent3>
        <a:srgbClr val="2BA8FF"/>
      </a:accent3>
      <a:accent4>
        <a:srgbClr val="38D189"/>
      </a:accent4>
      <a:accent5>
        <a:srgbClr val="FF932A"/>
      </a:accent5>
      <a:accent6>
        <a:srgbClr val="848484"/>
      </a:accent6>
      <a:hlink>
        <a:srgbClr val="0000FF"/>
      </a:hlink>
      <a:folHlink>
        <a:srgbClr val="800080"/>
      </a:folHlink>
    </a:clrScheme>
    <a:fontScheme name="TDK typeface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TDK Colors">
      <a:dk1>
        <a:srgbClr val="000000"/>
      </a:dk1>
      <a:lt1>
        <a:srgbClr val="FFFFFF"/>
      </a:lt1>
      <a:dk2>
        <a:srgbClr val="0046AD"/>
      </a:dk2>
      <a:lt2>
        <a:srgbClr val="FFFFFF"/>
      </a:lt2>
      <a:accent1>
        <a:srgbClr val="1132FF"/>
      </a:accent1>
      <a:accent2>
        <a:srgbClr val="C97BF4"/>
      </a:accent2>
      <a:accent3>
        <a:srgbClr val="2BA8FF"/>
      </a:accent3>
      <a:accent4>
        <a:srgbClr val="38D189"/>
      </a:accent4>
      <a:accent5>
        <a:srgbClr val="FF932A"/>
      </a:accent5>
      <a:accent6>
        <a:srgbClr val="848484"/>
      </a:accent6>
      <a:hlink>
        <a:srgbClr val="0000FF"/>
      </a:hlink>
      <a:folHlink>
        <a:srgbClr val="800080"/>
      </a:folHlink>
    </a:clrScheme>
    <a:fontScheme name="TDK typeface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760F531-8A87-4EE7-A5AA-81DDDDF3D115}">
  <we:reference id="wa104178141" version="4.3.3.0" store="en-US" storeType="OMEX"/>
  <we:alternateReferences>
    <we:reference id="WA104178141" version="4.3.3.0" store="WA104178141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15e880d-5684-4075-9d60-eac788d9045b">
      <Terms xmlns="http://schemas.microsoft.com/office/infopath/2007/PartnerControls"/>
    </lcf76f155ced4ddcb4097134ff3c332f>
    <TaxCatchAll xmlns="a11a49d9-2a5c-450a-a84b-a693d3734f7a" xsi:nil="true"/>
    <_x5099__x8003_ xmlns="f15e880d-5684-4075-9d60-eac788d9045b" xsi:nil="true"/>
    <Update xmlns="f15e880d-5684-4075-9d60-eac788d9045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F9E4F70D0B08D549B1A699C110D29A41" ma:contentTypeVersion="18" ma:contentTypeDescription="新しいドキュメントを作成します。" ma:contentTypeScope="" ma:versionID="d8ec990f8bb6d77561cf4e9913aa514a">
  <xsd:schema xmlns:xsd="http://www.w3.org/2001/XMLSchema" xmlns:xs="http://www.w3.org/2001/XMLSchema" xmlns:p="http://schemas.microsoft.com/office/2006/metadata/properties" xmlns:ns2="f15e880d-5684-4075-9d60-eac788d9045b" xmlns:ns3="a11a49d9-2a5c-450a-a84b-a693d3734f7a" targetNamespace="http://schemas.microsoft.com/office/2006/metadata/properties" ma:root="true" ma:fieldsID="19dbd490739628172e10ac5cfad25682" ns2:_="" ns3:_="">
    <xsd:import namespace="f15e880d-5684-4075-9d60-eac788d9045b"/>
    <xsd:import namespace="a11a49d9-2a5c-450a-a84b-a693d3734f7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x5099__x8003_" minOccurs="0"/>
                <xsd:element ref="ns2:Up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5e880d-5684-4075-9d60-eac788d904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画像タグ" ma:readOnly="false" ma:fieldId="{5cf76f15-5ced-4ddc-b409-7134ff3c332f}" ma:taxonomyMulti="true" ma:sspId="93bdc066-e0e3-4c7c-b8ac-83d7960dc8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5099__x8003_" ma:index="24" nillable="true" ma:displayName="備考" ma:format="Dropdown" ma:internalName="_x5099__x8003_">
      <xsd:simpleType>
        <xsd:restriction base="dms:Note">
          <xsd:maxLength value="255"/>
        </xsd:restriction>
      </xsd:simpleType>
    </xsd:element>
    <xsd:element name="Update" ma:index="25" nillable="true" ma:displayName="Update" ma:format="Dropdown" ma:internalName="Updat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1a49d9-2a5c-450a-a84b-a693d3734f7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72ec7386-e3bb-4161-bcb4-873e2938a055}" ma:internalName="TaxCatchAll" ma:showField="CatchAllData" ma:web="a11a49d9-2a5c-450a-a84b-a693d3734f7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48F345A-1244-4F9A-A029-D10E70810599}">
  <ds:schemaRefs>
    <ds:schemaRef ds:uri="http://schemas.microsoft.com/office/2006/metadata/properties"/>
    <ds:schemaRef ds:uri="http://schemas.microsoft.com/office/infopath/2007/PartnerControls"/>
    <ds:schemaRef ds:uri="f15e880d-5684-4075-9d60-eac788d9045b"/>
    <ds:schemaRef ds:uri="a11a49d9-2a5c-450a-a84b-a693d3734f7a"/>
  </ds:schemaRefs>
</ds:datastoreItem>
</file>

<file path=customXml/itemProps2.xml><?xml version="1.0" encoding="utf-8"?>
<ds:datastoreItem xmlns:ds="http://schemas.openxmlformats.org/officeDocument/2006/customXml" ds:itemID="{158C9F39-DF20-4B15-92D2-A6866F4A736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537FDC-8227-45A5-9474-117B0D2958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15e880d-5684-4075-9d60-eac788d9045b"/>
    <ds:schemaRef ds:uri="a11a49d9-2a5c-450a-a84b-a693d3734f7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8e19d756-792e-42a1-bcad-4cb9051ddd2d}" enabled="1" method="Standard" siteId="{41eb501a-f671-4ce0-a5bf-b64168c3705f}" removed="0"/>
  <clbl:label id="{ca92b90d-8b2c-464d-94f0-5bcfb983aed4}" enabled="1" method="Standard" siteId="{7e452255-946f-4f17-800a-a0fb6835dc6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TDK PPT template 1.6</Template>
  <TotalTime>4453</TotalTime>
  <Words>310</Words>
  <Application>Microsoft Office PowerPoint</Application>
  <PresentationFormat>Widescreen</PresentationFormat>
  <Paragraphs>62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Noto Sans</vt:lpstr>
      <vt:lpstr>Symbol</vt:lpstr>
      <vt:lpstr>Wingdings 3</vt:lpstr>
      <vt:lpstr>Office Theme</vt:lpstr>
      <vt:lpstr>T130 Achievement T131 Target Dream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Kenneth Hagas</dc:creator>
  <cp:lastModifiedBy>Lans Galos</cp:lastModifiedBy>
  <cp:revision>238</cp:revision>
  <dcterms:created xsi:type="dcterms:W3CDTF">2025-07-16T13:58:45Z</dcterms:created>
  <dcterms:modified xsi:type="dcterms:W3CDTF">2026-04-27T02:45:58Z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e19d756-792e-42a1-bcad-4cb9051ddd2d_Enabled">
    <vt:lpwstr>true</vt:lpwstr>
  </property>
  <property fmtid="{D5CDD505-2E9C-101B-9397-08002B2CF9AE}" pid="3" name="MSIP_Label_8e19d756-792e-42a1-bcad-4cb9051ddd2d_SetDate">
    <vt:lpwstr>2025-03-25T01:05:48Z</vt:lpwstr>
  </property>
  <property fmtid="{D5CDD505-2E9C-101B-9397-08002B2CF9AE}" pid="4" name="MSIP_Label_8e19d756-792e-42a1-bcad-4cb9051ddd2d_Method">
    <vt:lpwstr>Standard</vt:lpwstr>
  </property>
  <property fmtid="{D5CDD505-2E9C-101B-9397-08002B2CF9AE}" pid="5" name="MSIP_Label_8e19d756-792e-42a1-bcad-4cb9051ddd2d_Name">
    <vt:lpwstr>Confidential</vt:lpwstr>
  </property>
  <property fmtid="{D5CDD505-2E9C-101B-9397-08002B2CF9AE}" pid="6" name="MSIP_Label_8e19d756-792e-42a1-bcad-4cb9051ddd2d_SiteId">
    <vt:lpwstr>41eb501a-f671-4ce0-a5bf-b64168c3705f</vt:lpwstr>
  </property>
  <property fmtid="{D5CDD505-2E9C-101B-9397-08002B2CF9AE}" pid="7" name="MSIP_Label_8e19d756-792e-42a1-bcad-4cb9051ddd2d_ActionId">
    <vt:lpwstr>71cbc1fd-31a5-437a-be08-68d72d494a98</vt:lpwstr>
  </property>
  <property fmtid="{D5CDD505-2E9C-101B-9397-08002B2CF9AE}" pid="8" name="MSIP_Label_8e19d756-792e-42a1-bcad-4cb9051ddd2d_ContentBits">
    <vt:lpwstr>2</vt:lpwstr>
  </property>
  <property fmtid="{D5CDD505-2E9C-101B-9397-08002B2CF9AE}" pid="9" name="MSIP_Label_8e19d756-792e-42a1-bcad-4cb9051ddd2d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Confidential - Not for Public Consumption or Distribution</vt:lpwstr>
  </property>
  <property fmtid="{D5CDD505-2E9C-101B-9397-08002B2CF9AE}" pid="12" name="ContentTypeId">
    <vt:lpwstr>0x010100F9E4F70D0B08D549B1A699C110D29A41</vt:lpwstr>
  </property>
  <property fmtid="{D5CDD505-2E9C-101B-9397-08002B2CF9AE}" pid="13" name="MediaServiceImageTags">
    <vt:lpwstr/>
  </property>
  <property fmtid="{D5CDD505-2E9C-101B-9397-08002B2CF9AE}" pid="14" name="ClassificationContentMarkingHeaderLocations">
    <vt:lpwstr>Office Theme:7</vt:lpwstr>
  </property>
  <property fmtid="{D5CDD505-2E9C-101B-9397-08002B2CF9AE}" pid="15" name="ClassificationContentMarkingHeaderText">
    <vt:lpwstr>L2: Internal use only</vt:lpwstr>
  </property>
</Properties>
</file>